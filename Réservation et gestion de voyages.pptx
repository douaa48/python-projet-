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72" r:id="rId4"/>
  </p:sldMasterIdLst>
  <p:notesMasterIdLst>
    <p:notesMasterId r:id="rId27"/>
  </p:notesMasterIdLst>
  <p:sldIdLst>
    <p:sldId id="259" r:id="rId5"/>
    <p:sldId id="260" r:id="rId6"/>
    <p:sldId id="261" r:id="rId7"/>
    <p:sldId id="258" r:id="rId8"/>
    <p:sldId id="273" r:id="rId9"/>
    <p:sldId id="274" r:id="rId10"/>
    <p:sldId id="257" r:id="rId11"/>
    <p:sldId id="275" r:id="rId12"/>
    <p:sldId id="276" r:id="rId13"/>
    <p:sldId id="277" r:id="rId14"/>
    <p:sldId id="278" r:id="rId15"/>
    <p:sldId id="279" r:id="rId16"/>
    <p:sldId id="268" r:id="rId17"/>
    <p:sldId id="285" r:id="rId18"/>
    <p:sldId id="280" r:id="rId19"/>
    <p:sldId id="281" r:id="rId20"/>
    <p:sldId id="282" r:id="rId21"/>
    <p:sldId id="283" r:id="rId22"/>
    <p:sldId id="265" r:id="rId23"/>
    <p:sldId id="286" r:id="rId24"/>
    <p:sldId id="287" r:id="rId25"/>
    <p:sldId id="26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2" autoAdjust="0"/>
  </p:normalViewPr>
  <p:slideViewPr>
    <p:cSldViewPr snapToGrid="0">
      <p:cViewPr varScale="1">
        <p:scale>
          <a:sx n="76" d="100"/>
          <a:sy n="76" d="100"/>
        </p:scale>
        <p:origin x="62" y="72"/>
      </p:cViewPr>
      <p:guideLst/>
    </p:cSldViewPr>
  </p:slideViewPr>
  <p:outlineViewPr>
    <p:cViewPr>
      <p:scale>
        <a:sx n="33" d="100"/>
        <a:sy n="33" d="100"/>
      </p:scale>
      <p:origin x="0" y="-588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0AE9AB-367A-479E-BCC3-886A251E7B6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1B24AE8-CC9B-4A03-9BCD-47C9172D97B5}">
      <dgm:prSet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dirty="0"/>
            <a:t>Introduction.</a:t>
          </a:r>
          <a:endParaRPr lang="en-US" dirty="0"/>
        </a:p>
      </dgm:t>
    </dgm:pt>
    <dgm:pt modelId="{B66539A3-3F7D-4F53-8BC3-E16259190FAB}" type="parTrans" cxnId="{8C5F8A72-51ED-4CA4-A16F-14E2EBC0D194}">
      <dgm:prSet/>
      <dgm:spPr/>
      <dgm:t>
        <a:bodyPr/>
        <a:lstStyle/>
        <a:p>
          <a:endParaRPr lang="en-US"/>
        </a:p>
      </dgm:t>
    </dgm:pt>
    <dgm:pt modelId="{A184B69D-81E5-43AA-8472-C5A77B1B2E6F}" type="sibTrans" cxnId="{8C5F8A72-51ED-4CA4-A16F-14E2EBC0D194}">
      <dgm:prSet/>
      <dgm:spPr/>
      <dgm:t>
        <a:bodyPr/>
        <a:lstStyle/>
        <a:p>
          <a:endParaRPr lang="en-US"/>
        </a:p>
      </dgm:t>
    </dgm:pt>
    <dgm:pt modelId="{F9F25DE1-E1F3-4E4C-9947-4E2D2763A00A}">
      <dgm:prSet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Probelmatique</a:t>
          </a:r>
          <a:endParaRPr lang="en-US"/>
        </a:p>
      </dgm:t>
    </dgm:pt>
    <dgm:pt modelId="{37BB1774-C86B-4641-A449-EC9DDB50F358}" type="parTrans" cxnId="{8BF02CA5-9E5F-4C36-8EB4-1990D445DD74}">
      <dgm:prSet/>
      <dgm:spPr/>
      <dgm:t>
        <a:bodyPr/>
        <a:lstStyle/>
        <a:p>
          <a:endParaRPr lang="en-US"/>
        </a:p>
      </dgm:t>
    </dgm:pt>
    <dgm:pt modelId="{0F68A2F4-CB5C-4E67-8A93-193A2F9CF6E5}" type="sibTrans" cxnId="{8BF02CA5-9E5F-4C36-8EB4-1990D445DD74}">
      <dgm:prSet/>
      <dgm:spPr/>
      <dgm:t>
        <a:bodyPr/>
        <a:lstStyle/>
        <a:p>
          <a:endParaRPr lang="en-US"/>
        </a:p>
      </dgm:t>
    </dgm:pt>
    <dgm:pt modelId="{13F45A09-E82F-4D83-B211-7617A8838605}">
      <dgm:prSet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dirty="0"/>
            <a:t>Objectifs du projet.</a:t>
          </a:r>
          <a:endParaRPr lang="en-US" dirty="0"/>
        </a:p>
      </dgm:t>
    </dgm:pt>
    <dgm:pt modelId="{731FA773-AE72-422A-BE1A-E100A22A5ABA}" type="parTrans" cxnId="{86BA5D8A-CFCF-4362-B9D5-BADF6E7D0F91}">
      <dgm:prSet/>
      <dgm:spPr/>
      <dgm:t>
        <a:bodyPr/>
        <a:lstStyle/>
        <a:p>
          <a:endParaRPr lang="en-US"/>
        </a:p>
      </dgm:t>
    </dgm:pt>
    <dgm:pt modelId="{74DDDC56-E6DB-43B6-BA2F-3E5CD5891C81}" type="sibTrans" cxnId="{86BA5D8A-CFCF-4362-B9D5-BADF6E7D0F91}">
      <dgm:prSet/>
      <dgm:spPr/>
      <dgm:t>
        <a:bodyPr/>
        <a:lstStyle/>
        <a:p>
          <a:endParaRPr lang="en-US"/>
        </a:p>
      </dgm:t>
    </dgm:pt>
    <dgm:pt modelId="{8063A845-A574-4FDE-B28C-00D4AAB9FA0B}">
      <dgm:prSet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dirty="0"/>
            <a:t>Technologies utilisees.</a:t>
          </a:r>
          <a:endParaRPr lang="en-US" dirty="0"/>
        </a:p>
      </dgm:t>
    </dgm:pt>
    <dgm:pt modelId="{47BAFB20-EC8D-4F11-8FCE-9968698ED43D}" type="parTrans" cxnId="{5DA3BB21-CABF-4281-8406-A0C92DE07601}">
      <dgm:prSet/>
      <dgm:spPr/>
      <dgm:t>
        <a:bodyPr/>
        <a:lstStyle/>
        <a:p>
          <a:endParaRPr lang="en-US"/>
        </a:p>
      </dgm:t>
    </dgm:pt>
    <dgm:pt modelId="{93E36CC2-62F9-4952-AD64-F40571271DB6}" type="sibTrans" cxnId="{5DA3BB21-CABF-4281-8406-A0C92DE07601}">
      <dgm:prSet/>
      <dgm:spPr/>
      <dgm:t>
        <a:bodyPr/>
        <a:lstStyle/>
        <a:p>
          <a:endParaRPr lang="en-US"/>
        </a:p>
      </dgm:t>
    </dgm:pt>
    <dgm:pt modelId="{E23EA6BA-5D34-4AD3-9CFA-ED2D865362E5}">
      <dgm:prSet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dirty="0"/>
            <a:t>Architecture de </a:t>
          </a:r>
          <a:r>
            <a:rPr lang="en-GB" dirty="0" err="1"/>
            <a:t>l’application</a:t>
          </a:r>
          <a:endParaRPr lang="en-GB" dirty="0"/>
        </a:p>
      </dgm:t>
    </dgm:pt>
    <dgm:pt modelId="{CD84E593-794C-4FBD-940A-53A6379F41D2}" type="parTrans" cxnId="{60F4867F-D60E-458A-A0BC-343EC8B0FB23}">
      <dgm:prSet/>
      <dgm:spPr/>
      <dgm:t>
        <a:bodyPr/>
        <a:lstStyle/>
        <a:p>
          <a:endParaRPr lang="en-GB"/>
        </a:p>
      </dgm:t>
    </dgm:pt>
    <dgm:pt modelId="{8F60E4AF-4C69-4E4B-9782-8D9977984A14}" type="sibTrans" cxnId="{60F4867F-D60E-458A-A0BC-343EC8B0FB23}">
      <dgm:prSet/>
      <dgm:spPr/>
      <dgm:t>
        <a:bodyPr/>
        <a:lstStyle/>
        <a:p>
          <a:endParaRPr lang="en-GB"/>
        </a:p>
      </dgm:t>
    </dgm:pt>
    <dgm:pt modelId="{B22DAE41-4015-423A-B61F-50FC66B237C5}">
      <dgm:prSet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en-GB" dirty="0"/>
            <a:t>Base de données.</a:t>
          </a:r>
        </a:p>
      </dgm:t>
    </dgm:pt>
    <dgm:pt modelId="{96AB7332-FF4C-4C5A-B387-0D5529012D56}" type="parTrans" cxnId="{2B19F238-0812-45EF-9393-909F3953577E}">
      <dgm:prSet/>
      <dgm:spPr/>
      <dgm:t>
        <a:bodyPr/>
        <a:lstStyle/>
        <a:p>
          <a:endParaRPr lang="en-GB"/>
        </a:p>
      </dgm:t>
    </dgm:pt>
    <dgm:pt modelId="{629D28B6-63D3-4CF2-AEF6-F211D8309E6D}" type="sibTrans" cxnId="{2B19F238-0812-45EF-9393-909F3953577E}">
      <dgm:prSet/>
      <dgm:spPr/>
      <dgm:t>
        <a:bodyPr/>
        <a:lstStyle/>
        <a:p>
          <a:endParaRPr lang="en-GB"/>
        </a:p>
      </dgm:t>
    </dgm:pt>
    <dgm:pt modelId="{95724D20-3472-4AE2-8045-63F608D4BD7F}">
      <dgm:prSet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en-GB" dirty="0"/>
            <a:t>Conception UML.</a:t>
          </a:r>
        </a:p>
      </dgm:t>
    </dgm:pt>
    <dgm:pt modelId="{9E7C47A4-A6B6-4B7F-971C-E2D69EA5058F}" type="parTrans" cxnId="{1BFBFA70-438F-4F0B-ADDB-1E9520DB1FAE}">
      <dgm:prSet/>
      <dgm:spPr/>
      <dgm:t>
        <a:bodyPr/>
        <a:lstStyle/>
        <a:p>
          <a:endParaRPr lang="en-GB"/>
        </a:p>
      </dgm:t>
    </dgm:pt>
    <dgm:pt modelId="{1882CC4F-68FC-41C2-B886-B20B31E98588}" type="sibTrans" cxnId="{1BFBFA70-438F-4F0B-ADDB-1E9520DB1FAE}">
      <dgm:prSet/>
      <dgm:spPr/>
      <dgm:t>
        <a:bodyPr/>
        <a:lstStyle/>
        <a:p>
          <a:endParaRPr lang="en-GB"/>
        </a:p>
      </dgm:t>
    </dgm:pt>
    <dgm:pt modelId="{257CA208-FAAD-419F-A75C-EC3E966B0484}">
      <dgm:prSet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en-GB" dirty="0" err="1"/>
            <a:t>Fonclitonnalites</a:t>
          </a:r>
          <a:r>
            <a:rPr lang="en-GB" dirty="0"/>
            <a:t> </a:t>
          </a:r>
          <a:r>
            <a:rPr lang="en-GB" dirty="0" err="1"/>
            <a:t>principales</a:t>
          </a:r>
          <a:r>
            <a:rPr lang="en-GB" dirty="0"/>
            <a:t>.</a:t>
          </a:r>
        </a:p>
      </dgm:t>
    </dgm:pt>
    <dgm:pt modelId="{214CB6FC-DA23-4E1C-9111-5BA04C4E95B2}" type="sibTrans" cxnId="{A3633A01-1C38-4C5A-BABD-B4307CA5BFA7}">
      <dgm:prSet/>
      <dgm:spPr/>
      <dgm:t>
        <a:bodyPr/>
        <a:lstStyle/>
        <a:p>
          <a:endParaRPr lang="en-GB"/>
        </a:p>
      </dgm:t>
    </dgm:pt>
    <dgm:pt modelId="{D2325055-4DFF-44B0-B342-273AC9570F17}" type="parTrans" cxnId="{A3633A01-1C38-4C5A-BABD-B4307CA5BFA7}">
      <dgm:prSet/>
      <dgm:spPr/>
      <dgm:t>
        <a:bodyPr/>
        <a:lstStyle/>
        <a:p>
          <a:endParaRPr lang="en-GB"/>
        </a:p>
      </dgm:t>
    </dgm:pt>
    <dgm:pt modelId="{8374A17B-CCAD-4B06-BC8A-F57E2281D58D}">
      <dgm:prSet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dirty="0"/>
            <a:t>Demonstration de </a:t>
          </a:r>
          <a:r>
            <a:rPr lang="en-GB" dirty="0" err="1"/>
            <a:t>l’application</a:t>
          </a:r>
          <a:r>
            <a:rPr lang="en-GB" dirty="0"/>
            <a:t>.</a:t>
          </a:r>
          <a:endParaRPr lang="en-US" dirty="0"/>
        </a:p>
      </dgm:t>
    </dgm:pt>
    <dgm:pt modelId="{E57502B2-181E-4D67-9832-5759A122BD65}" type="sibTrans" cxnId="{629F2E98-E880-4127-9C94-A61E61ADF11E}">
      <dgm:prSet/>
      <dgm:spPr/>
      <dgm:t>
        <a:bodyPr/>
        <a:lstStyle/>
        <a:p>
          <a:endParaRPr lang="en-US"/>
        </a:p>
      </dgm:t>
    </dgm:pt>
    <dgm:pt modelId="{2DF9BEDA-1D58-4062-BF6D-B3040CCDF24C}" type="parTrans" cxnId="{629F2E98-E880-4127-9C94-A61E61ADF11E}">
      <dgm:prSet/>
      <dgm:spPr/>
      <dgm:t>
        <a:bodyPr/>
        <a:lstStyle/>
        <a:p>
          <a:endParaRPr lang="en-US"/>
        </a:p>
      </dgm:t>
    </dgm:pt>
    <dgm:pt modelId="{9654829F-8126-4382-8A63-360985CDFD63}">
      <dgm:prSet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err="1"/>
            <a:t>Difficultes</a:t>
          </a:r>
          <a:r>
            <a:rPr lang="en-US" dirty="0"/>
            <a:t> rencontres.</a:t>
          </a:r>
        </a:p>
      </dgm:t>
    </dgm:pt>
    <dgm:pt modelId="{00D08352-68A8-43D2-B611-B840D1B7B802}" type="sibTrans" cxnId="{E733832A-D922-413D-A4C0-5688C10FF5D0}">
      <dgm:prSet/>
      <dgm:spPr/>
      <dgm:t>
        <a:bodyPr/>
        <a:lstStyle/>
        <a:p>
          <a:endParaRPr lang="en-US"/>
        </a:p>
      </dgm:t>
    </dgm:pt>
    <dgm:pt modelId="{211DC2A8-3548-4964-B457-559DB0E51BB0}" type="parTrans" cxnId="{E733832A-D922-413D-A4C0-5688C10FF5D0}">
      <dgm:prSet/>
      <dgm:spPr/>
      <dgm:t>
        <a:bodyPr/>
        <a:lstStyle/>
        <a:p>
          <a:endParaRPr lang="en-US"/>
        </a:p>
      </dgm:t>
    </dgm:pt>
    <dgm:pt modelId="{7537BEE3-F1FD-4927-8BDE-080AD7E5B6FB}">
      <dgm:prSet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dirty="0" err="1"/>
            <a:t>FPerspectives</a:t>
          </a:r>
          <a:r>
            <a:rPr lang="en-GB" dirty="0"/>
            <a:t> d’amelioration.</a:t>
          </a:r>
          <a:endParaRPr lang="en-US" dirty="0"/>
        </a:p>
      </dgm:t>
    </dgm:pt>
    <dgm:pt modelId="{43E56D1E-B398-44D2-BCAB-147C45E07460}" type="sibTrans" cxnId="{D2AC914D-7D57-4B6B-A687-9DD80F9A8BF9}">
      <dgm:prSet/>
      <dgm:spPr/>
      <dgm:t>
        <a:bodyPr/>
        <a:lstStyle/>
        <a:p>
          <a:endParaRPr lang="en-US"/>
        </a:p>
      </dgm:t>
    </dgm:pt>
    <dgm:pt modelId="{3D29DB1F-B60B-4C3C-8DAC-46CA771787AB}" type="parTrans" cxnId="{D2AC914D-7D57-4B6B-A687-9DD80F9A8BF9}">
      <dgm:prSet/>
      <dgm:spPr/>
      <dgm:t>
        <a:bodyPr/>
        <a:lstStyle/>
        <a:p>
          <a:endParaRPr lang="en-US"/>
        </a:p>
      </dgm:t>
    </dgm:pt>
    <dgm:pt modelId="{A65019B8-67CF-4A98-9A0D-36A975826A5C}">
      <dgm:prSet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dirty="0"/>
            <a:t>Conclusion.</a:t>
          </a:r>
        </a:p>
      </dgm:t>
    </dgm:pt>
    <dgm:pt modelId="{504E8519-BFDE-4932-AF0F-1D3D8BF3C0C5}" type="parTrans" cxnId="{40123EB4-1893-444C-A277-2FA4E377A839}">
      <dgm:prSet/>
      <dgm:spPr/>
      <dgm:t>
        <a:bodyPr/>
        <a:lstStyle/>
        <a:p>
          <a:endParaRPr lang="en-GB"/>
        </a:p>
      </dgm:t>
    </dgm:pt>
    <dgm:pt modelId="{652CAFA6-8225-4733-9624-E4EC0D470181}" type="sibTrans" cxnId="{40123EB4-1893-444C-A277-2FA4E377A839}">
      <dgm:prSet/>
      <dgm:spPr/>
      <dgm:t>
        <a:bodyPr/>
        <a:lstStyle/>
        <a:p>
          <a:endParaRPr lang="en-GB"/>
        </a:p>
      </dgm:t>
    </dgm:pt>
    <dgm:pt modelId="{8651432B-03BB-4B51-9814-45C009328FD6}" type="pres">
      <dgm:prSet presAssocID="{FC0AE9AB-367A-479E-BCC3-886A251E7B6E}" presName="vert0" presStyleCnt="0">
        <dgm:presLayoutVars>
          <dgm:dir/>
          <dgm:animOne val="branch"/>
          <dgm:animLvl val="lvl"/>
        </dgm:presLayoutVars>
      </dgm:prSet>
      <dgm:spPr/>
    </dgm:pt>
    <dgm:pt modelId="{C458C60C-88E9-4B8C-A25B-835C365F7F8A}" type="pres">
      <dgm:prSet presAssocID="{81B24AE8-CC9B-4A03-9BCD-47C9172D97B5}" presName="thickLine" presStyleLbl="alignNode1" presStyleIdx="0" presStyleCnt="12"/>
      <dgm:spPr/>
    </dgm:pt>
    <dgm:pt modelId="{66742DFA-956A-45EB-B381-D439F988C366}" type="pres">
      <dgm:prSet presAssocID="{81B24AE8-CC9B-4A03-9BCD-47C9172D97B5}" presName="horz1" presStyleCnt="0"/>
      <dgm:spPr/>
    </dgm:pt>
    <dgm:pt modelId="{3DCAE333-940B-477C-BE45-966657BA5882}" type="pres">
      <dgm:prSet presAssocID="{81B24AE8-CC9B-4A03-9BCD-47C9172D97B5}" presName="tx1" presStyleLbl="revTx" presStyleIdx="0" presStyleCnt="12"/>
      <dgm:spPr/>
    </dgm:pt>
    <dgm:pt modelId="{6E64304B-8A49-4897-98B4-27AA013465AE}" type="pres">
      <dgm:prSet presAssocID="{81B24AE8-CC9B-4A03-9BCD-47C9172D97B5}" presName="vert1" presStyleCnt="0"/>
      <dgm:spPr/>
    </dgm:pt>
    <dgm:pt modelId="{B374648B-E734-4EB5-BEF4-0C9BE8F759A4}" type="pres">
      <dgm:prSet presAssocID="{F9F25DE1-E1F3-4E4C-9947-4E2D2763A00A}" presName="thickLine" presStyleLbl="alignNode1" presStyleIdx="1" presStyleCnt="12"/>
      <dgm:spPr/>
    </dgm:pt>
    <dgm:pt modelId="{FF147B3F-9EE5-49C3-81CF-050B003EB49F}" type="pres">
      <dgm:prSet presAssocID="{F9F25DE1-E1F3-4E4C-9947-4E2D2763A00A}" presName="horz1" presStyleCnt="0"/>
      <dgm:spPr/>
    </dgm:pt>
    <dgm:pt modelId="{AADB047D-6CE9-4D53-BAF9-55A033769D35}" type="pres">
      <dgm:prSet presAssocID="{F9F25DE1-E1F3-4E4C-9947-4E2D2763A00A}" presName="tx1" presStyleLbl="revTx" presStyleIdx="1" presStyleCnt="12"/>
      <dgm:spPr/>
    </dgm:pt>
    <dgm:pt modelId="{15EA036F-A64F-472C-9041-A2B57BC92577}" type="pres">
      <dgm:prSet presAssocID="{F9F25DE1-E1F3-4E4C-9947-4E2D2763A00A}" presName="vert1" presStyleCnt="0"/>
      <dgm:spPr/>
    </dgm:pt>
    <dgm:pt modelId="{41D8E13F-F317-4945-9A09-5F309B95BA4E}" type="pres">
      <dgm:prSet presAssocID="{13F45A09-E82F-4D83-B211-7617A8838605}" presName="thickLine" presStyleLbl="alignNode1" presStyleIdx="2" presStyleCnt="12"/>
      <dgm:spPr/>
    </dgm:pt>
    <dgm:pt modelId="{3D442741-DA12-41DD-91EF-077AC22388A1}" type="pres">
      <dgm:prSet presAssocID="{13F45A09-E82F-4D83-B211-7617A8838605}" presName="horz1" presStyleCnt="0"/>
      <dgm:spPr/>
    </dgm:pt>
    <dgm:pt modelId="{70A6D609-6985-4CAD-B3EE-B01228A14E47}" type="pres">
      <dgm:prSet presAssocID="{13F45A09-E82F-4D83-B211-7617A8838605}" presName="tx1" presStyleLbl="revTx" presStyleIdx="2" presStyleCnt="12"/>
      <dgm:spPr/>
    </dgm:pt>
    <dgm:pt modelId="{A022A84E-0278-44FB-97CE-0B030B40560C}" type="pres">
      <dgm:prSet presAssocID="{13F45A09-E82F-4D83-B211-7617A8838605}" presName="vert1" presStyleCnt="0"/>
      <dgm:spPr/>
    </dgm:pt>
    <dgm:pt modelId="{66AF4843-5CA8-41E7-96FB-7EEB4B6EBDF9}" type="pres">
      <dgm:prSet presAssocID="{8063A845-A574-4FDE-B28C-00D4AAB9FA0B}" presName="thickLine" presStyleLbl="alignNode1" presStyleIdx="3" presStyleCnt="12"/>
      <dgm:spPr/>
    </dgm:pt>
    <dgm:pt modelId="{1A1D184F-3A81-4140-9940-6DD2F91BB68D}" type="pres">
      <dgm:prSet presAssocID="{8063A845-A574-4FDE-B28C-00D4AAB9FA0B}" presName="horz1" presStyleCnt="0"/>
      <dgm:spPr/>
    </dgm:pt>
    <dgm:pt modelId="{0B08D950-54B1-4DD7-B088-339D86515603}" type="pres">
      <dgm:prSet presAssocID="{8063A845-A574-4FDE-B28C-00D4AAB9FA0B}" presName="tx1" presStyleLbl="revTx" presStyleIdx="3" presStyleCnt="12"/>
      <dgm:spPr/>
    </dgm:pt>
    <dgm:pt modelId="{C75218C4-A637-42A1-AB68-A2FE339227CA}" type="pres">
      <dgm:prSet presAssocID="{8063A845-A574-4FDE-B28C-00D4AAB9FA0B}" presName="vert1" presStyleCnt="0"/>
      <dgm:spPr/>
    </dgm:pt>
    <dgm:pt modelId="{F562248B-C359-441B-B508-6930CCAF5CD5}" type="pres">
      <dgm:prSet presAssocID="{E23EA6BA-5D34-4AD3-9CFA-ED2D865362E5}" presName="thickLine" presStyleLbl="alignNode1" presStyleIdx="4" presStyleCnt="12"/>
      <dgm:spPr/>
    </dgm:pt>
    <dgm:pt modelId="{94B9A3AB-2C6E-4152-AB34-096D5A42627F}" type="pres">
      <dgm:prSet presAssocID="{E23EA6BA-5D34-4AD3-9CFA-ED2D865362E5}" presName="horz1" presStyleCnt="0"/>
      <dgm:spPr/>
    </dgm:pt>
    <dgm:pt modelId="{5D705946-879A-4D86-B139-B852A0D71532}" type="pres">
      <dgm:prSet presAssocID="{E23EA6BA-5D34-4AD3-9CFA-ED2D865362E5}" presName="tx1" presStyleLbl="revTx" presStyleIdx="4" presStyleCnt="12" custLinFactNeighborX="227"/>
      <dgm:spPr/>
    </dgm:pt>
    <dgm:pt modelId="{9FD125D1-4116-47C4-A57D-73E73908B09D}" type="pres">
      <dgm:prSet presAssocID="{E23EA6BA-5D34-4AD3-9CFA-ED2D865362E5}" presName="vert1" presStyleCnt="0"/>
      <dgm:spPr/>
    </dgm:pt>
    <dgm:pt modelId="{7AB9E399-ACA3-44CA-A34F-EABC7E296EFE}" type="pres">
      <dgm:prSet presAssocID="{B22DAE41-4015-423A-B61F-50FC66B237C5}" presName="thickLine" presStyleLbl="alignNode1" presStyleIdx="5" presStyleCnt="12"/>
      <dgm:spPr/>
    </dgm:pt>
    <dgm:pt modelId="{8BB16587-6C98-421F-A725-1A30E259EB9B}" type="pres">
      <dgm:prSet presAssocID="{B22DAE41-4015-423A-B61F-50FC66B237C5}" presName="horz1" presStyleCnt="0"/>
      <dgm:spPr/>
    </dgm:pt>
    <dgm:pt modelId="{91B0A6E9-F8B9-486A-886D-6F9E1587E190}" type="pres">
      <dgm:prSet presAssocID="{B22DAE41-4015-423A-B61F-50FC66B237C5}" presName="tx1" presStyleLbl="revTx" presStyleIdx="5" presStyleCnt="12"/>
      <dgm:spPr/>
    </dgm:pt>
    <dgm:pt modelId="{75473400-18FF-4B28-89FB-8D69E0036083}" type="pres">
      <dgm:prSet presAssocID="{B22DAE41-4015-423A-B61F-50FC66B237C5}" presName="vert1" presStyleCnt="0"/>
      <dgm:spPr/>
    </dgm:pt>
    <dgm:pt modelId="{2958F840-B679-42BA-B48F-0FC76AF24581}" type="pres">
      <dgm:prSet presAssocID="{95724D20-3472-4AE2-8045-63F608D4BD7F}" presName="thickLine" presStyleLbl="alignNode1" presStyleIdx="6" presStyleCnt="12"/>
      <dgm:spPr/>
    </dgm:pt>
    <dgm:pt modelId="{2D1864AE-B375-4F4B-B6B9-B1E54E93E53A}" type="pres">
      <dgm:prSet presAssocID="{95724D20-3472-4AE2-8045-63F608D4BD7F}" presName="horz1" presStyleCnt="0"/>
      <dgm:spPr/>
    </dgm:pt>
    <dgm:pt modelId="{2796F1F3-2C73-4C6A-B0BC-15524E08F472}" type="pres">
      <dgm:prSet presAssocID="{95724D20-3472-4AE2-8045-63F608D4BD7F}" presName="tx1" presStyleLbl="revTx" presStyleIdx="6" presStyleCnt="12"/>
      <dgm:spPr/>
    </dgm:pt>
    <dgm:pt modelId="{30D4F532-5A3D-414B-BF69-17CDF8C12485}" type="pres">
      <dgm:prSet presAssocID="{95724D20-3472-4AE2-8045-63F608D4BD7F}" presName="vert1" presStyleCnt="0"/>
      <dgm:spPr/>
    </dgm:pt>
    <dgm:pt modelId="{9F7AD1EB-5131-463C-9854-E667EAC8B95A}" type="pres">
      <dgm:prSet presAssocID="{257CA208-FAAD-419F-A75C-EC3E966B0484}" presName="thickLine" presStyleLbl="alignNode1" presStyleIdx="7" presStyleCnt="12"/>
      <dgm:spPr/>
    </dgm:pt>
    <dgm:pt modelId="{620450FF-5813-4FF2-9A94-D27DC3824CB7}" type="pres">
      <dgm:prSet presAssocID="{257CA208-FAAD-419F-A75C-EC3E966B0484}" presName="horz1" presStyleCnt="0"/>
      <dgm:spPr/>
    </dgm:pt>
    <dgm:pt modelId="{381FA9CB-436B-40BD-828B-ABB8AB956072}" type="pres">
      <dgm:prSet presAssocID="{257CA208-FAAD-419F-A75C-EC3E966B0484}" presName="tx1" presStyleLbl="revTx" presStyleIdx="7" presStyleCnt="12"/>
      <dgm:spPr/>
    </dgm:pt>
    <dgm:pt modelId="{AC094679-6458-4FA5-8FF2-80D2F1328846}" type="pres">
      <dgm:prSet presAssocID="{257CA208-FAAD-419F-A75C-EC3E966B0484}" presName="vert1" presStyleCnt="0"/>
      <dgm:spPr/>
    </dgm:pt>
    <dgm:pt modelId="{7F430045-4495-44FD-BD22-A0C106E36DE3}" type="pres">
      <dgm:prSet presAssocID="{8374A17B-CCAD-4B06-BC8A-F57E2281D58D}" presName="thickLine" presStyleLbl="alignNode1" presStyleIdx="8" presStyleCnt="12"/>
      <dgm:spPr/>
    </dgm:pt>
    <dgm:pt modelId="{35132C73-2E14-4E04-BB79-0C2F0B6B9254}" type="pres">
      <dgm:prSet presAssocID="{8374A17B-CCAD-4B06-BC8A-F57E2281D58D}" presName="horz1" presStyleCnt="0"/>
      <dgm:spPr/>
    </dgm:pt>
    <dgm:pt modelId="{38401166-C175-4AC9-BB79-54894A914EF8}" type="pres">
      <dgm:prSet presAssocID="{8374A17B-CCAD-4B06-BC8A-F57E2281D58D}" presName="tx1" presStyleLbl="revTx" presStyleIdx="8" presStyleCnt="12"/>
      <dgm:spPr/>
    </dgm:pt>
    <dgm:pt modelId="{5B5F88E2-E0FE-4705-B6C8-478448FFDA7E}" type="pres">
      <dgm:prSet presAssocID="{8374A17B-CCAD-4B06-BC8A-F57E2281D58D}" presName="vert1" presStyleCnt="0"/>
      <dgm:spPr/>
    </dgm:pt>
    <dgm:pt modelId="{4C216B7D-50ED-4D9C-A32B-02468DBB3949}" type="pres">
      <dgm:prSet presAssocID="{9654829F-8126-4382-8A63-360985CDFD63}" presName="thickLine" presStyleLbl="alignNode1" presStyleIdx="9" presStyleCnt="12"/>
      <dgm:spPr/>
    </dgm:pt>
    <dgm:pt modelId="{0F011736-B796-4E31-B441-D0A9796B676C}" type="pres">
      <dgm:prSet presAssocID="{9654829F-8126-4382-8A63-360985CDFD63}" presName="horz1" presStyleCnt="0"/>
      <dgm:spPr/>
    </dgm:pt>
    <dgm:pt modelId="{85701951-0DB9-4889-876F-CF1DB2ADE3FB}" type="pres">
      <dgm:prSet presAssocID="{9654829F-8126-4382-8A63-360985CDFD63}" presName="tx1" presStyleLbl="revTx" presStyleIdx="9" presStyleCnt="12"/>
      <dgm:spPr/>
    </dgm:pt>
    <dgm:pt modelId="{7CF3E9B1-4C5D-4EC6-9F1B-9FF713325A99}" type="pres">
      <dgm:prSet presAssocID="{9654829F-8126-4382-8A63-360985CDFD63}" presName="vert1" presStyleCnt="0"/>
      <dgm:spPr/>
    </dgm:pt>
    <dgm:pt modelId="{EBCEE8A8-D55A-432D-879B-53D47F90E486}" type="pres">
      <dgm:prSet presAssocID="{7537BEE3-F1FD-4927-8BDE-080AD7E5B6FB}" presName="thickLine" presStyleLbl="alignNode1" presStyleIdx="10" presStyleCnt="12"/>
      <dgm:spPr/>
    </dgm:pt>
    <dgm:pt modelId="{39BC9408-293E-4BE2-9854-6ADABA76CFBD}" type="pres">
      <dgm:prSet presAssocID="{7537BEE3-F1FD-4927-8BDE-080AD7E5B6FB}" presName="horz1" presStyleCnt="0"/>
      <dgm:spPr/>
    </dgm:pt>
    <dgm:pt modelId="{D26BBD41-8BD5-4720-A8DB-5C1AC2BED324}" type="pres">
      <dgm:prSet presAssocID="{7537BEE3-F1FD-4927-8BDE-080AD7E5B6FB}" presName="tx1" presStyleLbl="revTx" presStyleIdx="10" presStyleCnt="12"/>
      <dgm:spPr/>
    </dgm:pt>
    <dgm:pt modelId="{56C7E1DE-A02D-4E18-BBE5-63D43DA28B9E}" type="pres">
      <dgm:prSet presAssocID="{7537BEE3-F1FD-4927-8BDE-080AD7E5B6FB}" presName="vert1" presStyleCnt="0"/>
      <dgm:spPr/>
    </dgm:pt>
    <dgm:pt modelId="{0BB64F4B-305F-4B42-999E-B0384848F974}" type="pres">
      <dgm:prSet presAssocID="{A65019B8-67CF-4A98-9A0D-36A975826A5C}" presName="thickLine" presStyleLbl="alignNode1" presStyleIdx="11" presStyleCnt="12"/>
      <dgm:spPr/>
    </dgm:pt>
    <dgm:pt modelId="{606FBBC1-9EE7-4680-9AAE-5CBA910AE00A}" type="pres">
      <dgm:prSet presAssocID="{A65019B8-67CF-4A98-9A0D-36A975826A5C}" presName="horz1" presStyleCnt="0"/>
      <dgm:spPr/>
    </dgm:pt>
    <dgm:pt modelId="{6E4868EE-3ACC-4D8A-9294-3E789F20FEAB}" type="pres">
      <dgm:prSet presAssocID="{A65019B8-67CF-4A98-9A0D-36A975826A5C}" presName="tx1" presStyleLbl="revTx" presStyleIdx="11" presStyleCnt="12"/>
      <dgm:spPr/>
    </dgm:pt>
    <dgm:pt modelId="{6B02FDE7-D730-410C-924A-49E3A0234E3B}" type="pres">
      <dgm:prSet presAssocID="{A65019B8-67CF-4A98-9A0D-36A975826A5C}" presName="vert1" presStyleCnt="0"/>
      <dgm:spPr/>
    </dgm:pt>
  </dgm:ptLst>
  <dgm:cxnLst>
    <dgm:cxn modelId="{A3633A01-1C38-4C5A-BABD-B4307CA5BFA7}" srcId="{FC0AE9AB-367A-479E-BCC3-886A251E7B6E}" destId="{257CA208-FAAD-419F-A75C-EC3E966B0484}" srcOrd="7" destOrd="0" parTransId="{D2325055-4DFF-44B0-B342-273AC9570F17}" sibTransId="{214CB6FC-DA23-4E1C-9111-5BA04C4E95B2}"/>
    <dgm:cxn modelId="{2D09830B-A17E-427B-B9E0-0D36605C9A41}" type="presOf" srcId="{8063A845-A574-4FDE-B28C-00D4AAB9FA0B}" destId="{0B08D950-54B1-4DD7-B088-339D86515603}" srcOrd="0" destOrd="0" presId="urn:microsoft.com/office/officeart/2008/layout/LinedList"/>
    <dgm:cxn modelId="{E9F63217-C347-46D1-BE25-9DF1CD92B698}" type="presOf" srcId="{FC0AE9AB-367A-479E-BCC3-886A251E7B6E}" destId="{8651432B-03BB-4B51-9814-45C009328FD6}" srcOrd="0" destOrd="0" presId="urn:microsoft.com/office/officeart/2008/layout/LinedList"/>
    <dgm:cxn modelId="{1615E91A-9EAC-4808-B7F5-C70512EBD59C}" type="presOf" srcId="{A65019B8-67CF-4A98-9A0D-36A975826A5C}" destId="{6E4868EE-3ACC-4D8A-9294-3E789F20FEAB}" srcOrd="0" destOrd="0" presId="urn:microsoft.com/office/officeart/2008/layout/LinedList"/>
    <dgm:cxn modelId="{5DA3BB21-CABF-4281-8406-A0C92DE07601}" srcId="{FC0AE9AB-367A-479E-BCC3-886A251E7B6E}" destId="{8063A845-A574-4FDE-B28C-00D4AAB9FA0B}" srcOrd="3" destOrd="0" parTransId="{47BAFB20-EC8D-4F11-8FCE-9968698ED43D}" sibTransId="{93E36CC2-62F9-4952-AD64-F40571271DB6}"/>
    <dgm:cxn modelId="{E733832A-D922-413D-A4C0-5688C10FF5D0}" srcId="{FC0AE9AB-367A-479E-BCC3-886A251E7B6E}" destId="{9654829F-8126-4382-8A63-360985CDFD63}" srcOrd="9" destOrd="0" parTransId="{211DC2A8-3548-4964-B457-559DB0E51BB0}" sibTransId="{00D08352-68A8-43D2-B611-B840D1B7B802}"/>
    <dgm:cxn modelId="{2B19F238-0812-45EF-9393-909F3953577E}" srcId="{FC0AE9AB-367A-479E-BCC3-886A251E7B6E}" destId="{B22DAE41-4015-423A-B61F-50FC66B237C5}" srcOrd="5" destOrd="0" parTransId="{96AB7332-FF4C-4C5A-B387-0D5529012D56}" sibTransId="{629D28B6-63D3-4CF2-AEF6-F211D8309E6D}"/>
    <dgm:cxn modelId="{6CE2393F-E875-4524-B7BC-14475C2AFBE0}" type="presOf" srcId="{F9F25DE1-E1F3-4E4C-9947-4E2D2763A00A}" destId="{AADB047D-6CE9-4D53-BAF9-55A033769D35}" srcOrd="0" destOrd="0" presId="urn:microsoft.com/office/officeart/2008/layout/LinedList"/>
    <dgm:cxn modelId="{A4CF4360-AC29-4C92-BADF-C33A2F6B7F46}" type="presOf" srcId="{257CA208-FAAD-419F-A75C-EC3E966B0484}" destId="{381FA9CB-436B-40BD-828B-ABB8AB956072}" srcOrd="0" destOrd="0" presId="urn:microsoft.com/office/officeart/2008/layout/LinedList"/>
    <dgm:cxn modelId="{D1048B42-2E43-4A01-8287-96B3FE771603}" type="presOf" srcId="{95724D20-3472-4AE2-8045-63F608D4BD7F}" destId="{2796F1F3-2C73-4C6A-B0BC-15524E08F472}" srcOrd="0" destOrd="0" presId="urn:microsoft.com/office/officeart/2008/layout/LinedList"/>
    <dgm:cxn modelId="{0C325668-4B3A-431E-848C-5653EA7A8A00}" type="presOf" srcId="{E23EA6BA-5D34-4AD3-9CFA-ED2D865362E5}" destId="{5D705946-879A-4D86-B139-B852A0D71532}" srcOrd="0" destOrd="0" presId="urn:microsoft.com/office/officeart/2008/layout/LinedList"/>
    <dgm:cxn modelId="{D2AC914D-7D57-4B6B-A687-9DD80F9A8BF9}" srcId="{FC0AE9AB-367A-479E-BCC3-886A251E7B6E}" destId="{7537BEE3-F1FD-4927-8BDE-080AD7E5B6FB}" srcOrd="10" destOrd="0" parTransId="{3D29DB1F-B60B-4C3C-8DAC-46CA771787AB}" sibTransId="{43E56D1E-B398-44D2-BCAB-147C45E07460}"/>
    <dgm:cxn modelId="{1BFBFA70-438F-4F0B-ADDB-1E9520DB1FAE}" srcId="{FC0AE9AB-367A-479E-BCC3-886A251E7B6E}" destId="{95724D20-3472-4AE2-8045-63F608D4BD7F}" srcOrd="6" destOrd="0" parTransId="{9E7C47A4-A6B6-4B7F-971C-E2D69EA5058F}" sibTransId="{1882CC4F-68FC-41C2-B886-B20B31E98588}"/>
    <dgm:cxn modelId="{8C5F8A72-51ED-4CA4-A16F-14E2EBC0D194}" srcId="{FC0AE9AB-367A-479E-BCC3-886A251E7B6E}" destId="{81B24AE8-CC9B-4A03-9BCD-47C9172D97B5}" srcOrd="0" destOrd="0" parTransId="{B66539A3-3F7D-4F53-8BC3-E16259190FAB}" sibTransId="{A184B69D-81E5-43AA-8472-C5A77B1B2E6F}"/>
    <dgm:cxn modelId="{745ACB57-9330-461F-9281-795D2D58B58A}" type="presOf" srcId="{9654829F-8126-4382-8A63-360985CDFD63}" destId="{85701951-0DB9-4889-876F-CF1DB2ADE3FB}" srcOrd="0" destOrd="0" presId="urn:microsoft.com/office/officeart/2008/layout/LinedList"/>
    <dgm:cxn modelId="{60F4867F-D60E-458A-A0BC-343EC8B0FB23}" srcId="{FC0AE9AB-367A-479E-BCC3-886A251E7B6E}" destId="{E23EA6BA-5D34-4AD3-9CFA-ED2D865362E5}" srcOrd="4" destOrd="0" parTransId="{CD84E593-794C-4FBD-940A-53A6379F41D2}" sibTransId="{8F60E4AF-4C69-4E4B-9782-8D9977984A14}"/>
    <dgm:cxn modelId="{86BA5D8A-CFCF-4362-B9D5-BADF6E7D0F91}" srcId="{FC0AE9AB-367A-479E-BCC3-886A251E7B6E}" destId="{13F45A09-E82F-4D83-B211-7617A8838605}" srcOrd="2" destOrd="0" parTransId="{731FA773-AE72-422A-BE1A-E100A22A5ABA}" sibTransId="{74DDDC56-E6DB-43B6-BA2F-3E5CD5891C81}"/>
    <dgm:cxn modelId="{B7348192-1BC8-43FB-9301-118DFB47C74B}" type="presOf" srcId="{B22DAE41-4015-423A-B61F-50FC66B237C5}" destId="{91B0A6E9-F8B9-486A-886D-6F9E1587E190}" srcOrd="0" destOrd="0" presId="urn:microsoft.com/office/officeart/2008/layout/LinedList"/>
    <dgm:cxn modelId="{629F2E98-E880-4127-9C94-A61E61ADF11E}" srcId="{FC0AE9AB-367A-479E-BCC3-886A251E7B6E}" destId="{8374A17B-CCAD-4B06-BC8A-F57E2281D58D}" srcOrd="8" destOrd="0" parTransId="{2DF9BEDA-1D58-4062-BF6D-B3040CCDF24C}" sibTransId="{E57502B2-181E-4D67-9832-5759A122BD65}"/>
    <dgm:cxn modelId="{8BF02CA5-9E5F-4C36-8EB4-1990D445DD74}" srcId="{FC0AE9AB-367A-479E-BCC3-886A251E7B6E}" destId="{F9F25DE1-E1F3-4E4C-9947-4E2D2763A00A}" srcOrd="1" destOrd="0" parTransId="{37BB1774-C86B-4641-A449-EC9DDB50F358}" sibTransId="{0F68A2F4-CB5C-4E67-8A93-193A2F9CF6E5}"/>
    <dgm:cxn modelId="{40123EB4-1893-444C-A277-2FA4E377A839}" srcId="{FC0AE9AB-367A-479E-BCC3-886A251E7B6E}" destId="{A65019B8-67CF-4A98-9A0D-36A975826A5C}" srcOrd="11" destOrd="0" parTransId="{504E8519-BFDE-4932-AF0F-1D3D8BF3C0C5}" sibTransId="{652CAFA6-8225-4733-9624-E4EC0D470181}"/>
    <dgm:cxn modelId="{CA0213CF-D085-4797-A074-946ECA9601CD}" type="presOf" srcId="{13F45A09-E82F-4D83-B211-7617A8838605}" destId="{70A6D609-6985-4CAD-B3EE-B01228A14E47}" srcOrd="0" destOrd="0" presId="urn:microsoft.com/office/officeart/2008/layout/LinedList"/>
    <dgm:cxn modelId="{A22862F4-9344-410D-9C15-DE937644A8D3}" type="presOf" srcId="{8374A17B-CCAD-4B06-BC8A-F57E2281D58D}" destId="{38401166-C175-4AC9-BB79-54894A914EF8}" srcOrd="0" destOrd="0" presId="urn:microsoft.com/office/officeart/2008/layout/LinedList"/>
    <dgm:cxn modelId="{BB6631F7-D948-4FA0-A2A0-20075F96D1CD}" type="presOf" srcId="{7537BEE3-F1FD-4927-8BDE-080AD7E5B6FB}" destId="{D26BBD41-8BD5-4720-A8DB-5C1AC2BED324}" srcOrd="0" destOrd="0" presId="urn:microsoft.com/office/officeart/2008/layout/LinedList"/>
    <dgm:cxn modelId="{D5CB53FB-32F4-4F88-838C-3846B4998511}" type="presOf" srcId="{81B24AE8-CC9B-4A03-9BCD-47C9172D97B5}" destId="{3DCAE333-940B-477C-BE45-966657BA5882}" srcOrd="0" destOrd="0" presId="urn:microsoft.com/office/officeart/2008/layout/LinedList"/>
    <dgm:cxn modelId="{4945CB20-42CA-4B4B-ABB6-C6955C7722C2}" type="presParOf" srcId="{8651432B-03BB-4B51-9814-45C009328FD6}" destId="{C458C60C-88E9-4B8C-A25B-835C365F7F8A}" srcOrd="0" destOrd="0" presId="urn:microsoft.com/office/officeart/2008/layout/LinedList"/>
    <dgm:cxn modelId="{1447B12E-A44F-4167-B87F-F8D83228771D}" type="presParOf" srcId="{8651432B-03BB-4B51-9814-45C009328FD6}" destId="{66742DFA-956A-45EB-B381-D439F988C366}" srcOrd="1" destOrd="0" presId="urn:microsoft.com/office/officeart/2008/layout/LinedList"/>
    <dgm:cxn modelId="{6D440204-1A4E-411E-B3D5-547A0BB601B2}" type="presParOf" srcId="{66742DFA-956A-45EB-B381-D439F988C366}" destId="{3DCAE333-940B-477C-BE45-966657BA5882}" srcOrd="0" destOrd="0" presId="urn:microsoft.com/office/officeart/2008/layout/LinedList"/>
    <dgm:cxn modelId="{65C4F8EB-AF28-4FF0-9449-746601A47F39}" type="presParOf" srcId="{66742DFA-956A-45EB-B381-D439F988C366}" destId="{6E64304B-8A49-4897-98B4-27AA013465AE}" srcOrd="1" destOrd="0" presId="urn:microsoft.com/office/officeart/2008/layout/LinedList"/>
    <dgm:cxn modelId="{5B97238B-4235-4600-AEE8-8F43B7A41547}" type="presParOf" srcId="{8651432B-03BB-4B51-9814-45C009328FD6}" destId="{B374648B-E734-4EB5-BEF4-0C9BE8F759A4}" srcOrd="2" destOrd="0" presId="urn:microsoft.com/office/officeart/2008/layout/LinedList"/>
    <dgm:cxn modelId="{0EDE185A-66F2-479C-B652-148C26CBC088}" type="presParOf" srcId="{8651432B-03BB-4B51-9814-45C009328FD6}" destId="{FF147B3F-9EE5-49C3-81CF-050B003EB49F}" srcOrd="3" destOrd="0" presId="urn:microsoft.com/office/officeart/2008/layout/LinedList"/>
    <dgm:cxn modelId="{989CA1ED-2333-49AD-9D5E-BB1202E7043C}" type="presParOf" srcId="{FF147B3F-9EE5-49C3-81CF-050B003EB49F}" destId="{AADB047D-6CE9-4D53-BAF9-55A033769D35}" srcOrd="0" destOrd="0" presId="urn:microsoft.com/office/officeart/2008/layout/LinedList"/>
    <dgm:cxn modelId="{C6CE1C65-CCB8-4A3D-BAC7-650507AA265D}" type="presParOf" srcId="{FF147B3F-9EE5-49C3-81CF-050B003EB49F}" destId="{15EA036F-A64F-472C-9041-A2B57BC92577}" srcOrd="1" destOrd="0" presId="urn:microsoft.com/office/officeart/2008/layout/LinedList"/>
    <dgm:cxn modelId="{10F4659D-49C6-4F34-B5A3-D8DB3590CB37}" type="presParOf" srcId="{8651432B-03BB-4B51-9814-45C009328FD6}" destId="{41D8E13F-F317-4945-9A09-5F309B95BA4E}" srcOrd="4" destOrd="0" presId="urn:microsoft.com/office/officeart/2008/layout/LinedList"/>
    <dgm:cxn modelId="{41B9A3C3-0ECB-45A8-BC34-40C58E0A461E}" type="presParOf" srcId="{8651432B-03BB-4B51-9814-45C009328FD6}" destId="{3D442741-DA12-41DD-91EF-077AC22388A1}" srcOrd="5" destOrd="0" presId="urn:microsoft.com/office/officeart/2008/layout/LinedList"/>
    <dgm:cxn modelId="{2136455F-1825-406C-911B-0A989C68BCAE}" type="presParOf" srcId="{3D442741-DA12-41DD-91EF-077AC22388A1}" destId="{70A6D609-6985-4CAD-B3EE-B01228A14E47}" srcOrd="0" destOrd="0" presId="urn:microsoft.com/office/officeart/2008/layout/LinedList"/>
    <dgm:cxn modelId="{1E711365-E9CD-4F2C-B02E-DF52E35916F5}" type="presParOf" srcId="{3D442741-DA12-41DD-91EF-077AC22388A1}" destId="{A022A84E-0278-44FB-97CE-0B030B40560C}" srcOrd="1" destOrd="0" presId="urn:microsoft.com/office/officeart/2008/layout/LinedList"/>
    <dgm:cxn modelId="{A345ABF1-F735-4628-9540-A5D5445AA140}" type="presParOf" srcId="{8651432B-03BB-4B51-9814-45C009328FD6}" destId="{66AF4843-5CA8-41E7-96FB-7EEB4B6EBDF9}" srcOrd="6" destOrd="0" presId="urn:microsoft.com/office/officeart/2008/layout/LinedList"/>
    <dgm:cxn modelId="{B5860339-065C-49E4-97D4-CCC194F33FBF}" type="presParOf" srcId="{8651432B-03BB-4B51-9814-45C009328FD6}" destId="{1A1D184F-3A81-4140-9940-6DD2F91BB68D}" srcOrd="7" destOrd="0" presId="urn:microsoft.com/office/officeart/2008/layout/LinedList"/>
    <dgm:cxn modelId="{F9A58FBE-906B-4AD0-AFB8-83D1CA4ED0CC}" type="presParOf" srcId="{1A1D184F-3A81-4140-9940-6DD2F91BB68D}" destId="{0B08D950-54B1-4DD7-B088-339D86515603}" srcOrd="0" destOrd="0" presId="urn:microsoft.com/office/officeart/2008/layout/LinedList"/>
    <dgm:cxn modelId="{AC368983-7699-4218-ABA1-03105178B0D3}" type="presParOf" srcId="{1A1D184F-3A81-4140-9940-6DD2F91BB68D}" destId="{C75218C4-A637-42A1-AB68-A2FE339227CA}" srcOrd="1" destOrd="0" presId="urn:microsoft.com/office/officeart/2008/layout/LinedList"/>
    <dgm:cxn modelId="{EB67D6B3-30B7-4EE9-9CD2-9B17C32F631D}" type="presParOf" srcId="{8651432B-03BB-4B51-9814-45C009328FD6}" destId="{F562248B-C359-441B-B508-6930CCAF5CD5}" srcOrd="8" destOrd="0" presId="urn:microsoft.com/office/officeart/2008/layout/LinedList"/>
    <dgm:cxn modelId="{B907C665-BCE8-48FD-9102-8698BBF7448B}" type="presParOf" srcId="{8651432B-03BB-4B51-9814-45C009328FD6}" destId="{94B9A3AB-2C6E-4152-AB34-096D5A42627F}" srcOrd="9" destOrd="0" presId="urn:microsoft.com/office/officeart/2008/layout/LinedList"/>
    <dgm:cxn modelId="{B5418ED8-0697-43D8-9693-74BD9520AC24}" type="presParOf" srcId="{94B9A3AB-2C6E-4152-AB34-096D5A42627F}" destId="{5D705946-879A-4D86-B139-B852A0D71532}" srcOrd="0" destOrd="0" presId="urn:microsoft.com/office/officeart/2008/layout/LinedList"/>
    <dgm:cxn modelId="{FB1989F9-D0F2-4F87-A47B-CBAA99A7110E}" type="presParOf" srcId="{94B9A3AB-2C6E-4152-AB34-096D5A42627F}" destId="{9FD125D1-4116-47C4-A57D-73E73908B09D}" srcOrd="1" destOrd="0" presId="urn:microsoft.com/office/officeart/2008/layout/LinedList"/>
    <dgm:cxn modelId="{E981DD82-8CA1-4277-9A08-D2F313EF8FD2}" type="presParOf" srcId="{8651432B-03BB-4B51-9814-45C009328FD6}" destId="{7AB9E399-ACA3-44CA-A34F-EABC7E296EFE}" srcOrd="10" destOrd="0" presId="urn:microsoft.com/office/officeart/2008/layout/LinedList"/>
    <dgm:cxn modelId="{02385DB3-8DB5-486B-8DB4-06A00AB1180B}" type="presParOf" srcId="{8651432B-03BB-4B51-9814-45C009328FD6}" destId="{8BB16587-6C98-421F-A725-1A30E259EB9B}" srcOrd="11" destOrd="0" presId="urn:microsoft.com/office/officeart/2008/layout/LinedList"/>
    <dgm:cxn modelId="{86A6CA95-7144-4563-A983-F812AB9661D2}" type="presParOf" srcId="{8BB16587-6C98-421F-A725-1A30E259EB9B}" destId="{91B0A6E9-F8B9-486A-886D-6F9E1587E190}" srcOrd="0" destOrd="0" presId="urn:microsoft.com/office/officeart/2008/layout/LinedList"/>
    <dgm:cxn modelId="{54F5AE75-3E21-4053-9AD1-ADC8FFBC0B62}" type="presParOf" srcId="{8BB16587-6C98-421F-A725-1A30E259EB9B}" destId="{75473400-18FF-4B28-89FB-8D69E0036083}" srcOrd="1" destOrd="0" presId="urn:microsoft.com/office/officeart/2008/layout/LinedList"/>
    <dgm:cxn modelId="{428DB41D-F00F-4581-AA04-A5D1F66D6582}" type="presParOf" srcId="{8651432B-03BB-4B51-9814-45C009328FD6}" destId="{2958F840-B679-42BA-B48F-0FC76AF24581}" srcOrd="12" destOrd="0" presId="urn:microsoft.com/office/officeart/2008/layout/LinedList"/>
    <dgm:cxn modelId="{C77B3BC1-17F6-444C-9DE9-437E5795A7B0}" type="presParOf" srcId="{8651432B-03BB-4B51-9814-45C009328FD6}" destId="{2D1864AE-B375-4F4B-B6B9-B1E54E93E53A}" srcOrd="13" destOrd="0" presId="urn:microsoft.com/office/officeart/2008/layout/LinedList"/>
    <dgm:cxn modelId="{566B2A7E-5BEA-4CEC-ACD3-7503877C4470}" type="presParOf" srcId="{2D1864AE-B375-4F4B-B6B9-B1E54E93E53A}" destId="{2796F1F3-2C73-4C6A-B0BC-15524E08F472}" srcOrd="0" destOrd="0" presId="urn:microsoft.com/office/officeart/2008/layout/LinedList"/>
    <dgm:cxn modelId="{941CABAB-0ED9-4946-8C1E-6868EDE7C083}" type="presParOf" srcId="{2D1864AE-B375-4F4B-B6B9-B1E54E93E53A}" destId="{30D4F532-5A3D-414B-BF69-17CDF8C12485}" srcOrd="1" destOrd="0" presId="urn:microsoft.com/office/officeart/2008/layout/LinedList"/>
    <dgm:cxn modelId="{6192ACF5-0B80-47B2-957B-6A3E01B26465}" type="presParOf" srcId="{8651432B-03BB-4B51-9814-45C009328FD6}" destId="{9F7AD1EB-5131-463C-9854-E667EAC8B95A}" srcOrd="14" destOrd="0" presId="urn:microsoft.com/office/officeart/2008/layout/LinedList"/>
    <dgm:cxn modelId="{03193C1E-331C-4DFE-892A-83E8CE8C51EA}" type="presParOf" srcId="{8651432B-03BB-4B51-9814-45C009328FD6}" destId="{620450FF-5813-4FF2-9A94-D27DC3824CB7}" srcOrd="15" destOrd="0" presId="urn:microsoft.com/office/officeart/2008/layout/LinedList"/>
    <dgm:cxn modelId="{DD676FAE-07C8-4844-A01A-865AA21D37FB}" type="presParOf" srcId="{620450FF-5813-4FF2-9A94-D27DC3824CB7}" destId="{381FA9CB-436B-40BD-828B-ABB8AB956072}" srcOrd="0" destOrd="0" presId="urn:microsoft.com/office/officeart/2008/layout/LinedList"/>
    <dgm:cxn modelId="{96B7F10E-4C51-4806-ADC9-C738A66AF758}" type="presParOf" srcId="{620450FF-5813-4FF2-9A94-D27DC3824CB7}" destId="{AC094679-6458-4FA5-8FF2-80D2F1328846}" srcOrd="1" destOrd="0" presId="urn:microsoft.com/office/officeart/2008/layout/LinedList"/>
    <dgm:cxn modelId="{8BC5F3BF-28D6-4684-A4D0-1D3C5E906212}" type="presParOf" srcId="{8651432B-03BB-4B51-9814-45C009328FD6}" destId="{7F430045-4495-44FD-BD22-A0C106E36DE3}" srcOrd="16" destOrd="0" presId="urn:microsoft.com/office/officeart/2008/layout/LinedList"/>
    <dgm:cxn modelId="{11D81015-E941-400B-BC63-3D6B787C8B20}" type="presParOf" srcId="{8651432B-03BB-4B51-9814-45C009328FD6}" destId="{35132C73-2E14-4E04-BB79-0C2F0B6B9254}" srcOrd="17" destOrd="0" presId="urn:microsoft.com/office/officeart/2008/layout/LinedList"/>
    <dgm:cxn modelId="{A7646EE9-C7E1-4734-B8D6-7F33D31ECE83}" type="presParOf" srcId="{35132C73-2E14-4E04-BB79-0C2F0B6B9254}" destId="{38401166-C175-4AC9-BB79-54894A914EF8}" srcOrd="0" destOrd="0" presId="urn:microsoft.com/office/officeart/2008/layout/LinedList"/>
    <dgm:cxn modelId="{4E8E1847-C336-4671-A440-2F1EE596AA4D}" type="presParOf" srcId="{35132C73-2E14-4E04-BB79-0C2F0B6B9254}" destId="{5B5F88E2-E0FE-4705-B6C8-478448FFDA7E}" srcOrd="1" destOrd="0" presId="urn:microsoft.com/office/officeart/2008/layout/LinedList"/>
    <dgm:cxn modelId="{56715583-0136-4BF6-A58A-69300B3DE855}" type="presParOf" srcId="{8651432B-03BB-4B51-9814-45C009328FD6}" destId="{4C216B7D-50ED-4D9C-A32B-02468DBB3949}" srcOrd="18" destOrd="0" presId="urn:microsoft.com/office/officeart/2008/layout/LinedList"/>
    <dgm:cxn modelId="{2A499C5B-2CC1-4601-8C8C-FC0998B1219A}" type="presParOf" srcId="{8651432B-03BB-4B51-9814-45C009328FD6}" destId="{0F011736-B796-4E31-B441-D0A9796B676C}" srcOrd="19" destOrd="0" presId="urn:microsoft.com/office/officeart/2008/layout/LinedList"/>
    <dgm:cxn modelId="{C1C81A56-68CC-4596-8B88-F1658786222B}" type="presParOf" srcId="{0F011736-B796-4E31-B441-D0A9796B676C}" destId="{85701951-0DB9-4889-876F-CF1DB2ADE3FB}" srcOrd="0" destOrd="0" presId="urn:microsoft.com/office/officeart/2008/layout/LinedList"/>
    <dgm:cxn modelId="{8DEACF4D-5665-440F-8CAE-57F58A7E5AE1}" type="presParOf" srcId="{0F011736-B796-4E31-B441-D0A9796B676C}" destId="{7CF3E9B1-4C5D-4EC6-9F1B-9FF713325A99}" srcOrd="1" destOrd="0" presId="urn:microsoft.com/office/officeart/2008/layout/LinedList"/>
    <dgm:cxn modelId="{6F366BC1-E4E0-49AD-8AD3-1C80E5CDF169}" type="presParOf" srcId="{8651432B-03BB-4B51-9814-45C009328FD6}" destId="{EBCEE8A8-D55A-432D-879B-53D47F90E486}" srcOrd="20" destOrd="0" presId="urn:microsoft.com/office/officeart/2008/layout/LinedList"/>
    <dgm:cxn modelId="{6F22426F-6D98-48BB-B7E6-6210C73CB143}" type="presParOf" srcId="{8651432B-03BB-4B51-9814-45C009328FD6}" destId="{39BC9408-293E-4BE2-9854-6ADABA76CFBD}" srcOrd="21" destOrd="0" presId="urn:microsoft.com/office/officeart/2008/layout/LinedList"/>
    <dgm:cxn modelId="{F06C97E2-4FCB-486A-8E7B-8C3C18DEDCC2}" type="presParOf" srcId="{39BC9408-293E-4BE2-9854-6ADABA76CFBD}" destId="{D26BBD41-8BD5-4720-A8DB-5C1AC2BED324}" srcOrd="0" destOrd="0" presId="urn:microsoft.com/office/officeart/2008/layout/LinedList"/>
    <dgm:cxn modelId="{8B04EFB5-F377-4A9D-913F-DF8A21E2D9D8}" type="presParOf" srcId="{39BC9408-293E-4BE2-9854-6ADABA76CFBD}" destId="{56C7E1DE-A02D-4E18-BBE5-63D43DA28B9E}" srcOrd="1" destOrd="0" presId="urn:microsoft.com/office/officeart/2008/layout/LinedList"/>
    <dgm:cxn modelId="{56475E3A-65AD-4638-AA20-1AEB15C538F0}" type="presParOf" srcId="{8651432B-03BB-4B51-9814-45C009328FD6}" destId="{0BB64F4B-305F-4B42-999E-B0384848F974}" srcOrd="22" destOrd="0" presId="urn:microsoft.com/office/officeart/2008/layout/LinedList"/>
    <dgm:cxn modelId="{C1E8F1D8-A84D-4585-BFCF-87966E668A28}" type="presParOf" srcId="{8651432B-03BB-4B51-9814-45C009328FD6}" destId="{606FBBC1-9EE7-4680-9AAE-5CBA910AE00A}" srcOrd="23" destOrd="0" presId="urn:microsoft.com/office/officeart/2008/layout/LinedList"/>
    <dgm:cxn modelId="{8FC6D18F-6937-4E4B-99CE-33C4B5ECEE79}" type="presParOf" srcId="{606FBBC1-9EE7-4680-9AAE-5CBA910AE00A}" destId="{6E4868EE-3ACC-4D8A-9294-3E789F20FEAB}" srcOrd="0" destOrd="0" presId="urn:microsoft.com/office/officeart/2008/layout/LinedList"/>
    <dgm:cxn modelId="{78BF6E93-0664-4484-A781-F12B5A8B85E5}" type="presParOf" srcId="{606FBBC1-9EE7-4680-9AAE-5CBA910AE00A}" destId="{6B02FDE7-D730-410C-924A-49E3A0234E3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23C2C6-0612-4904-925B-BEB7BEB87122}" type="doc">
      <dgm:prSet loTypeId="urn:microsoft.com/office/officeart/2008/layout/CircularPictureCallout" loCatId="pictur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9CC5B70C-D92A-49EC-A442-71BA2560D30C}">
      <dgm:prSet custT="1"/>
      <dgm:spPr/>
      <dgm:t>
        <a:bodyPr/>
        <a:lstStyle/>
        <a:p>
          <a:r>
            <a:rPr lang="fr-FR" sz="2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Développer une application web moderne de réservation et gestion de voyages appelée Fly Aura.</a:t>
          </a:r>
          <a:endParaRPr lang="en-GB" sz="28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7127848-C6D1-4F4F-969E-22148E426933}" type="parTrans" cxnId="{1A4152E5-195C-453D-B0B0-D4AA761A945B}">
      <dgm:prSet/>
      <dgm:spPr/>
      <dgm:t>
        <a:bodyPr/>
        <a:lstStyle/>
        <a:p>
          <a:endParaRPr lang="en-GB"/>
        </a:p>
      </dgm:t>
    </dgm:pt>
    <dgm:pt modelId="{7686A6C6-7FAC-4846-97C7-5524FBF34554}" type="sibTrans" cxnId="{1A4152E5-195C-453D-B0B0-D4AA761A945B}">
      <dgm:prSet/>
      <dgm:spPr/>
      <dgm:t>
        <a:bodyPr/>
        <a:lstStyle/>
        <a:p>
          <a:endParaRPr lang="en-GB"/>
        </a:p>
      </dgm:t>
    </dgm:pt>
    <dgm:pt modelId="{1402A896-F428-4A37-84CB-20E230447F0F}">
      <dgm:prSet phldrT="[Text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en-GB" dirty="0"/>
            <a:t>Gestion des places </a:t>
          </a:r>
          <a:r>
            <a:rPr lang="en-GB" dirty="0" err="1"/>
            <a:t>disponibles</a:t>
          </a:r>
          <a:r>
            <a:rPr lang="en-GB" dirty="0"/>
            <a:t> et </a:t>
          </a:r>
          <a:r>
            <a:rPr lang="en-GB" dirty="0" err="1"/>
            <a:t>paiement</a:t>
          </a:r>
          <a:r>
            <a:rPr lang="en-GB" dirty="0"/>
            <a:t> </a:t>
          </a:r>
          <a:r>
            <a:rPr lang="en-GB" dirty="0" err="1"/>
            <a:t>stimulé</a:t>
          </a:r>
          <a:r>
            <a:rPr lang="en-GB" dirty="0"/>
            <a:t>.</a:t>
          </a:r>
        </a:p>
      </dgm:t>
    </dgm:pt>
    <dgm:pt modelId="{34423A78-6C89-4CFB-8DDA-1DAE0F8A1A30}" type="parTrans" cxnId="{C0B8D6C6-AA9A-4FC5-B18D-4A439C6E6928}">
      <dgm:prSet/>
      <dgm:spPr/>
      <dgm:t>
        <a:bodyPr/>
        <a:lstStyle/>
        <a:p>
          <a:endParaRPr lang="en-GB"/>
        </a:p>
      </dgm:t>
    </dgm:pt>
    <dgm:pt modelId="{55D5A14A-D0DA-4A94-9441-6ACBD5A934D3}" type="sibTrans" cxnId="{C0B8D6C6-AA9A-4FC5-B18D-4A439C6E6928}">
      <dgm:prSet/>
      <dgm:spPr/>
      <dgm:t>
        <a:bodyPr/>
        <a:lstStyle/>
        <a:p>
          <a:endParaRPr lang="en-GB"/>
        </a:p>
      </dgm:t>
    </dgm:pt>
    <dgm:pt modelId="{D1F071BB-436D-419D-A154-D11A39BBA694}">
      <dgm:prSet phldrT="[Text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en-GB" dirty="0" err="1"/>
            <a:t>Génération</a:t>
          </a:r>
          <a:r>
            <a:rPr lang="en-GB" dirty="0"/>
            <a:t> des factures PDF et notifications </a:t>
          </a:r>
          <a:r>
            <a:rPr lang="en-GB" dirty="0" err="1"/>
            <a:t>automatiques</a:t>
          </a:r>
          <a:endParaRPr lang="en-GB" dirty="0"/>
        </a:p>
      </dgm:t>
    </dgm:pt>
    <dgm:pt modelId="{690AE895-B18A-4BDE-8551-DB1D36FE3456}" type="parTrans" cxnId="{C5954C6D-CDDC-4C4C-B417-D40BA2B15C7B}">
      <dgm:prSet/>
      <dgm:spPr/>
      <dgm:t>
        <a:bodyPr/>
        <a:lstStyle/>
        <a:p>
          <a:endParaRPr lang="en-GB"/>
        </a:p>
      </dgm:t>
    </dgm:pt>
    <dgm:pt modelId="{C0885DC9-DF18-44C9-8800-FD6B14CE6E38}" type="sibTrans" cxnId="{C5954C6D-CDDC-4C4C-B417-D40BA2B15C7B}">
      <dgm:prSet/>
      <dgm:spPr/>
      <dgm:t>
        <a:bodyPr/>
        <a:lstStyle/>
        <a:p>
          <a:endParaRPr lang="en-GB"/>
        </a:p>
      </dgm:t>
    </dgm:pt>
    <dgm:pt modelId="{8B55FED7-4EC2-4BC1-8D35-ADA697BD0791}">
      <dgm:prSet phldrT="[Text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en-GB" dirty="0"/>
            <a:t>Interface moderne et responsive</a:t>
          </a:r>
        </a:p>
      </dgm:t>
    </dgm:pt>
    <dgm:pt modelId="{9760098D-96D6-49CE-8102-AB82D864FB11}" type="parTrans" cxnId="{BF60503D-BF67-40FB-AF4C-42D3DD392F7D}">
      <dgm:prSet/>
      <dgm:spPr/>
      <dgm:t>
        <a:bodyPr/>
        <a:lstStyle/>
        <a:p>
          <a:endParaRPr lang="en-GB"/>
        </a:p>
      </dgm:t>
    </dgm:pt>
    <dgm:pt modelId="{F3EA54CC-C604-433A-9E1C-9E5DD5C0EDA3}" type="sibTrans" cxnId="{BF60503D-BF67-40FB-AF4C-42D3DD392F7D}">
      <dgm:prSet/>
      <dgm:spPr/>
      <dgm:t>
        <a:bodyPr/>
        <a:lstStyle/>
        <a:p>
          <a:endParaRPr lang="en-GB"/>
        </a:p>
      </dgm:t>
    </dgm:pt>
    <dgm:pt modelId="{85205D74-AA0C-405D-94A2-0C2584935ABC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en-GB" dirty="0"/>
            <a:t>Réservation des voyages</a:t>
          </a:r>
        </a:p>
      </dgm:t>
    </dgm:pt>
    <dgm:pt modelId="{A56CCC1C-0E8E-46B3-A859-79A9BC033FF4}" type="parTrans" cxnId="{916BE786-BDE0-436B-AAE0-7EDC1BC2C77C}">
      <dgm:prSet/>
      <dgm:spPr/>
      <dgm:t>
        <a:bodyPr/>
        <a:lstStyle/>
        <a:p>
          <a:endParaRPr lang="en-GB"/>
        </a:p>
      </dgm:t>
    </dgm:pt>
    <dgm:pt modelId="{AC35F7F6-2AF2-45B1-A48F-31EEDC3FA194}" type="sibTrans" cxnId="{916BE786-BDE0-436B-AAE0-7EDC1BC2C77C}">
      <dgm:prSet/>
      <dgm:spPr/>
      <dgm:t>
        <a:bodyPr/>
        <a:lstStyle/>
        <a:p>
          <a:endParaRPr lang="en-GB"/>
        </a:p>
      </dgm:t>
    </dgm:pt>
    <dgm:pt modelId="{0CF3FC66-DF44-453A-81C8-EF4D8D7846EC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fr-FR" dirty="0"/>
            <a:t>Inscription et connexion des utilisateurs</a:t>
          </a:r>
          <a:endParaRPr lang="en-GB" dirty="0"/>
        </a:p>
      </dgm:t>
    </dgm:pt>
    <dgm:pt modelId="{4719C8F8-E6EC-4F0B-A155-6986364DB0F5}" type="parTrans" cxnId="{2E7A3089-F9F0-488C-B59E-FAC213EFF3A6}">
      <dgm:prSet/>
      <dgm:spPr/>
      <dgm:t>
        <a:bodyPr/>
        <a:lstStyle/>
        <a:p>
          <a:endParaRPr lang="en-GB"/>
        </a:p>
      </dgm:t>
    </dgm:pt>
    <dgm:pt modelId="{26F079C3-3728-445B-B506-0D2D82094BF7}" type="sibTrans" cxnId="{2E7A3089-F9F0-488C-B59E-FAC213EFF3A6}">
      <dgm:prSet/>
      <dgm:spPr/>
      <dgm:t>
        <a:bodyPr/>
        <a:lstStyle/>
        <a:p>
          <a:endParaRPr lang="en-GB"/>
        </a:p>
      </dgm:t>
    </dgm:pt>
    <dgm:pt modelId="{6513544A-5D36-456F-BE44-08EC34A89675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en-GB" dirty="0"/>
            <a:t>Consultation des voyages </a:t>
          </a:r>
          <a:r>
            <a:rPr lang="en-GB" dirty="0" err="1"/>
            <a:t>disponibles</a:t>
          </a:r>
          <a:endParaRPr lang="en-GB" dirty="0"/>
        </a:p>
      </dgm:t>
    </dgm:pt>
    <dgm:pt modelId="{8F968D87-D145-4CEE-A9F3-1CCD9F77E7AD}" type="parTrans" cxnId="{FB65565D-6DBF-4CDC-A010-B7D9F3005341}">
      <dgm:prSet/>
      <dgm:spPr/>
      <dgm:t>
        <a:bodyPr/>
        <a:lstStyle/>
        <a:p>
          <a:endParaRPr lang="en-GB"/>
        </a:p>
      </dgm:t>
    </dgm:pt>
    <dgm:pt modelId="{4495B44B-82B6-40EB-A64C-58E968CB6028}" type="sibTrans" cxnId="{FB65565D-6DBF-4CDC-A010-B7D9F3005341}">
      <dgm:prSet/>
      <dgm:spPr/>
      <dgm:t>
        <a:bodyPr/>
        <a:lstStyle/>
        <a:p>
          <a:endParaRPr lang="en-GB"/>
        </a:p>
      </dgm:t>
    </dgm:pt>
    <dgm:pt modelId="{9CA44A02-4FB5-4365-82A6-A7D3FD94824E}" type="pres">
      <dgm:prSet presAssocID="{0E23C2C6-0612-4904-925B-BEB7BEB87122}" presName="Name0" presStyleCnt="0">
        <dgm:presLayoutVars>
          <dgm:chMax val="7"/>
          <dgm:chPref val="7"/>
          <dgm:dir/>
        </dgm:presLayoutVars>
      </dgm:prSet>
      <dgm:spPr/>
    </dgm:pt>
    <dgm:pt modelId="{C46F82D4-30F0-4420-9BEF-E9473667C52B}" type="pres">
      <dgm:prSet presAssocID="{0E23C2C6-0612-4904-925B-BEB7BEB87122}" presName="Name1" presStyleCnt="0"/>
      <dgm:spPr/>
    </dgm:pt>
    <dgm:pt modelId="{4DFC3FE1-E219-4D51-B2AE-AE6933B7C43C}" type="pres">
      <dgm:prSet presAssocID="{7686A6C6-7FAC-4846-97C7-5524FBF34554}" presName="picture_1" presStyleCnt="0"/>
      <dgm:spPr/>
    </dgm:pt>
    <dgm:pt modelId="{CE9C4BBE-6468-4635-A46C-D63E89D330E5}" type="pres">
      <dgm:prSet presAssocID="{7686A6C6-7FAC-4846-97C7-5524FBF34554}" presName="pictureRepeatNode" presStyleLbl="alignImgPlace1" presStyleIdx="0" presStyleCnt="7"/>
      <dgm:spPr/>
    </dgm:pt>
    <dgm:pt modelId="{F6655230-7E76-4CC5-B4A3-C9CF3265F669}" type="pres">
      <dgm:prSet presAssocID="{9CC5B70C-D92A-49EC-A442-71BA2560D30C}" presName="text_1" presStyleLbl="node1" presStyleIdx="0" presStyleCnt="0" custLinFactNeighborX="-2386" custLinFactNeighborY="-70151">
        <dgm:presLayoutVars>
          <dgm:bulletEnabled val="1"/>
        </dgm:presLayoutVars>
      </dgm:prSet>
      <dgm:spPr/>
    </dgm:pt>
    <dgm:pt modelId="{13B92270-8F32-47D7-92F4-47DDAC005EB2}" type="pres">
      <dgm:prSet presAssocID="{26F079C3-3728-445B-B506-0D2D82094BF7}" presName="picture_2" presStyleCnt="0"/>
      <dgm:spPr/>
    </dgm:pt>
    <dgm:pt modelId="{86FAA409-649B-4039-80B2-84A0900BBBD8}" type="pres">
      <dgm:prSet presAssocID="{26F079C3-3728-445B-B506-0D2D82094BF7}" presName="pictureRepeatNode" presStyleLbl="alignImgPlace1" presStyleIdx="1" presStyleCnt="7"/>
      <dgm:spPr/>
    </dgm:pt>
    <dgm:pt modelId="{C7C9BCEA-8A85-477D-AEF6-162C5B418D5A}" type="pres">
      <dgm:prSet presAssocID="{0CF3FC66-DF44-453A-81C8-EF4D8D7846EC}" presName="line_2" presStyleLbl="parChTrans1D1" presStyleIdx="0" presStyleCnt="6"/>
      <dgm:spPr/>
    </dgm:pt>
    <dgm:pt modelId="{DFC8E015-D7B3-4CA2-A265-5FE757EFF8C4}" type="pres">
      <dgm:prSet presAssocID="{0CF3FC66-DF44-453A-81C8-EF4D8D7846EC}" presName="textparent_2" presStyleLbl="node1" presStyleIdx="0" presStyleCnt="0"/>
      <dgm:spPr/>
    </dgm:pt>
    <dgm:pt modelId="{5C81D5E8-E10C-4D69-83F7-054CBE891EFE}" type="pres">
      <dgm:prSet presAssocID="{0CF3FC66-DF44-453A-81C8-EF4D8D7846EC}" presName="text_2" presStyleLbl="revTx" presStyleIdx="0" presStyleCnt="6">
        <dgm:presLayoutVars>
          <dgm:bulletEnabled val="1"/>
        </dgm:presLayoutVars>
      </dgm:prSet>
      <dgm:spPr/>
    </dgm:pt>
    <dgm:pt modelId="{DCD5616C-079D-49F4-8737-F30FE11A4F30}" type="pres">
      <dgm:prSet presAssocID="{4495B44B-82B6-40EB-A64C-58E968CB6028}" presName="picture_3" presStyleCnt="0"/>
      <dgm:spPr/>
    </dgm:pt>
    <dgm:pt modelId="{BE26A14F-917D-4F19-BC3F-A57690B49F10}" type="pres">
      <dgm:prSet presAssocID="{4495B44B-82B6-40EB-A64C-58E968CB6028}" presName="pictureRepeatNode" presStyleLbl="alignImgPlace1" presStyleIdx="2" presStyleCnt="7"/>
      <dgm:spPr/>
    </dgm:pt>
    <dgm:pt modelId="{1EBAA32D-DF66-47E7-B0B2-17B71B9D0185}" type="pres">
      <dgm:prSet presAssocID="{6513544A-5D36-456F-BE44-08EC34A89675}" presName="line_3" presStyleLbl="parChTrans1D1" presStyleIdx="1" presStyleCnt="6"/>
      <dgm:spPr/>
    </dgm:pt>
    <dgm:pt modelId="{C13825F7-F34B-42EA-997B-DCDB0B24F17E}" type="pres">
      <dgm:prSet presAssocID="{6513544A-5D36-456F-BE44-08EC34A89675}" presName="textparent_3" presStyleLbl="node1" presStyleIdx="0" presStyleCnt="0"/>
      <dgm:spPr/>
    </dgm:pt>
    <dgm:pt modelId="{C8F9A9F2-2023-46C8-9FCC-549F483A0402}" type="pres">
      <dgm:prSet presAssocID="{6513544A-5D36-456F-BE44-08EC34A89675}" presName="text_3" presStyleLbl="revTx" presStyleIdx="1" presStyleCnt="6">
        <dgm:presLayoutVars>
          <dgm:bulletEnabled val="1"/>
        </dgm:presLayoutVars>
      </dgm:prSet>
      <dgm:spPr/>
    </dgm:pt>
    <dgm:pt modelId="{C5B942E6-C87A-4704-B45A-4C77CEA7E921}" type="pres">
      <dgm:prSet presAssocID="{AC35F7F6-2AF2-45B1-A48F-31EEDC3FA194}" presName="picture_4" presStyleCnt="0"/>
      <dgm:spPr/>
    </dgm:pt>
    <dgm:pt modelId="{A57498F7-2110-4DA1-8E2A-7E590A879763}" type="pres">
      <dgm:prSet presAssocID="{AC35F7F6-2AF2-45B1-A48F-31EEDC3FA194}" presName="pictureRepeatNode" presStyleLbl="alignImgPlace1" presStyleIdx="3" presStyleCnt="7"/>
      <dgm:spPr/>
    </dgm:pt>
    <dgm:pt modelId="{DCA737BD-8475-4E30-85AB-C05679F863C7}" type="pres">
      <dgm:prSet presAssocID="{85205D74-AA0C-405D-94A2-0C2584935ABC}" presName="line_4" presStyleLbl="parChTrans1D1" presStyleIdx="2" presStyleCnt="6"/>
      <dgm:spPr/>
    </dgm:pt>
    <dgm:pt modelId="{5AD5A4F1-8EDE-48BD-A06D-9036A9A3186B}" type="pres">
      <dgm:prSet presAssocID="{85205D74-AA0C-405D-94A2-0C2584935ABC}" presName="textparent_4" presStyleLbl="node1" presStyleIdx="0" presStyleCnt="0"/>
      <dgm:spPr/>
    </dgm:pt>
    <dgm:pt modelId="{A27DE965-7AC1-4F64-9F1A-A07BD5812D9F}" type="pres">
      <dgm:prSet presAssocID="{85205D74-AA0C-405D-94A2-0C2584935ABC}" presName="text_4" presStyleLbl="revTx" presStyleIdx="2" presStyleCnt="6">
        <dgm:presLayoutVars>
          <dgm:bulletEnabled val="1"/>
        </dgm:presLayoutVars>
      </dgm:prSet>
      <dgm:spPr/>
    </dgm:pt>
    <dgm:pt modelId="{EEDF4E7D-85C3-4ABF-814B-AA913FC3793C}" type="pres">
      <dgm:prSet presAssocID="{55D5A14A-D0DA-4A94-9441-6ACBD5A934D3}" presName="picture_5" presStyleCnt="0"/>
      <dgm:spPr/>
    </dgm:pt>
    <dgm:pt modelId="{396D2D5A-305B-4808-8B44-0F541741D20C}" type="pres">
      <dgm:prSet presAssocID="{55D5A14A-D0DA-4A94-9441-6ACBD5A934D3}" presName="pictureRepeatNode" presStyleLbl="alignImgPlace1" presStyleIdx="4" presStyleCnt="7"/>
      <dgm:spPr/>
    </dgm:pt>
    <dgm:pt modelId="{ABA2E248-71CE-4A17-AE49-B3715D405BAD}" type="pres">
      <dgm:prSet presAssocID="{1402A896-F428-4A37-84CB-20E230447F0F}" presName="line_5" presStyleLbl="parChTrans1D1" presStyleIdx="3" presStyleCnt="6"/>
      <dgm:spPr/>
    </dgm:pt>
    <dgm:pt modelId="{AEC8E7E3-D621-49CA-AD01-E236727A90C1}" type="pres">
      <dgm:prSet presAssocID="{1402A896-F428-4A37-84CB-20E230447F0F}" presName="textparent_5" presStyleLbl="node1" presStyleIdx="0" presStyleCnt="0"/>
      <dgm:spPr/>
    </dgm:pt>
    <dgm:pt modelId="{10A91249-691F-43F4-AC40-3587F259AFE5}" type="pres">
      <dgm:prSet presAssocID="{1402A896-F428-4A37-84CB-20E230447F0F}" presName="text_5" presStyleLbl="revTx" presStyleIdx="3" presStyleCnt="6">
        <dgm:presLayoutVars>
          <dgm:bulletEnabled val="1"/>
        </dgm:presLayoutVars>
      </dgm:prSet>
      <dgm:spPr/>
    </dgm:pt>
    <dgm:pt modelId="{ED752914-5BD4-4E61-9900-1849012112F6}" type="pres">
      <dgm:prSet presAssocID="{C0885DC9-DF18-44C9-8800-FD6B14CE6E38}" presName="picture_6" presStyleCnt="0"/>
      <dgm:spPr/>
    </dgm:pt>
    <dgm:pt modelId="{A7397E7E-ADD6-4874-90B7-006362636AFA}" type="pres">
      <dgm:prSet presAssocID="{C0885DC9-DF18-44C9-8800-FD6B14CE6E38}" presName="pictureRepeatNode" presStyleLbl="alignImgPlace1" presStyleIdx="5" presStyleCnt="7"/>
      <dgm:spPr/>
    </dgm:pt>
    <dgm:pt modelId="{9D0501C8-FAEE-4621-9D6A-D8B286C8D59A}" type="pres">
      <dgm:prSet presAssocID="{D1F071BB-436D-419D-A154-D11A39BBA694}" presName="line_6" presStyleLbl="parChTrans1D1" presStyleIdx="4" presStyleCnt="6"/>
      <dgm:spPr/>
    </dgm:pt>
    <dgm:pt modelId="{1A3482E8-8381-4392-912E-9C5BC3DA4565}" type="pres">
      <dgm:prSet presAssocID="{D1F071BB-436D-419D-A154-D11A39BBA694}" presName="textparent_6" presStyleLbl="node1" presStyleIdx="0" presStyleCnt="0"/>
      <dgm:spPr/>
    </dgm:pt>
    <dgm:pt modelId="{68E3D1D0-AE50-43A9-9038-5A828C888A38}" type="pres">
      <dgm:prSet presAssocID="{D1F071BB-436D-419D-A154-D11A39BBA694}" presName="text_6" presStyleLbl="revTx" presStyleIdx="4" presStyleCnt="6">
        <dgm:presLayoutVars>
          <dgm:bulletEnabled val="1"/>
        </dgm:presLayoutVars>
      </dgm:prSet>
      <dgm:spPr/>
    </dgm:pt>
    <dgm:pt modelId="{592CB68E-BF30-4147-B768-15066CF1CB04}" type="pres">
      <dgm:prSet presAssocID="{F3EA54CC-C604-433A-9E1C-9E5DD5C0EDA3}" presName="picture_7" presStyleCnt="0"/>
      <dgm:spPr/>
    </dgm:pt>
    <dgm:pt modelId="{FE185A6B-D93F-45E5-B527-106441A0BAF5}" type="pres">
      <dgm:prSet presAssocID="{F3EA54CC-C604-433A-9E1C-9E5DD5C0EDA3}" presName="pictureRepeatNode" presStyleLbl="alignImgPlace1" presStyleIdx="6" presStyleCnt="7"/>
      <dgm:spPr/>
    </dgm:pt>
    <dgm:pt modelId="{5E587819-0938-43FD-A8B2-91D14AF304D9}" type="pres">
      <dgm:prSet presAssocID="{8B55FED7-4EC2-4BC1-8D35-ADA697BD0791}" presName="line_7" presStyleLbl="parChTrans1D1" presStyleIdx="5" presStyleCnt="6"/>
      <dgm:spPr/>
    </dgm:pt>
    <dgm:pt modelId="{2979C4C2-A9C5-4CF1-B469-D65E7E8EBB19}" type="pres">
      <dgm:prSet presAssocID="{8B55FED7-4EC2-4BC1-8D35-ADA697BD0791}" presName="textparent_7" presStyleLbl="node1" presStyleIdx="0" presStyleCnt="0"/>
      <dgm:spPr/>
    </dgm:pt>
    <dgm:pt modelId="{9C434DE6-BDB4-450D-BFBC-10079A35AB17}" type="pres">
      <dgm:prSet presAssocID="{8B55FED7-4EC2-4BC1-8D35-ADA697BD0791}" presName="text_7" presStyleLbl="revTx" presStyleIdx="5" presStyleCnt="6">
        <dgm:presLayoutVars>
          <dgm:bulletEnabled val="1"/>
        </dgm:presLayoutVars>
      </dgm:prSet>
      <dgm:spPr/>
    </dgm:pt>
  </dgm:ptLst>
  <dgm:cxnLst>
    <dgm:cxn modelId="{88092C01-5901-442B-935F-8D801307FBC3}" type="presOf" srcId="{1402A896-F428-4A37-84CB-20E230447F0F}" destId="{10A91249-691F-43F4-AC40-3587F259AFE5}" srcOrd="0" destOrd="0" presId="urn:microsoft.com/office/officeart/2008/layout/CircularPictureCallout"/>
    <dgm:cxn modelId="{E2153D0B-967A-4A5B-B8B8-3ABC62C8BFA7}" type="presOf" srcId="{85205D74-AA0C-405D-94A2-0C2584935ABC}" destId="{A27DE965-7AC1-4F64-9F1A-A07BD5812D9F}" srcOrd="0" destOrd="0" presId="urn:microsoft.com/office/officeart/2008/layout/CircularPictureCallout"/>
    <dgm:cxn modelId="{BF1A4C0B-2BF6-4B0F-A6EC-71DCD7DCCE66}" type="presOf" srcId="{D1F071BB-436D-419D-A154-D11A39BBA694}" destId="{68E3D1D0-AE50-43A9-9038-5A828C888A38}" srcOrd="0" destOrd="0" presId="urn:microsoft.com/office/officeart/2008/layout/CircularPictureCallout"/>
    <dgm:cxn modelId="{C1FF5D36-24D4-4D02-AFBF-AA218B2FDC95}" type="presOf" srcId="{0E23C2C6-0612-4904-925B-BEB7BEB87122}" destId="{9CA44A02-4FB5-4365-82A6-A7D3FD94824E}" srcOrd="0" destOrd="0" presId="urn:microsoft.com/office/officeart/2008/layout/CircularPictureCallout"/>
    <dgm:cxn modelId="{BF60503D-BF67-40FB-AF4C-42D3DD392F7D}" srcId="{0E23C2C6-0612-4904-925B-BEB7BEB87122}" destId="{8B55FED7-4EC2-4BC1-8D35-ADA697BD0791}" srcOrd="6" destOrd="0" parTransId="{9760098D-96D6-49CE-8102-AB82D864FB11}" sibTransId="{F3EA54CC-C604-433A-9E1C-9E5DD5C0EDA3}"/>
    <dgm:cxn modelId="{FB65565D-6DBF-4CDC-A010-B7D9F3005341}" srcId="{0E23C2C6-0612-4904-925B-BEB7BEB87122}" destId="{6513544A-5D36-456F-BE44-08EC34A89675}" srcOrd="2" destOrd="0" parTransId="{8F968D87-D145-4CEE-A9F3-1CCD9F77E7AD}" sibTransId="{4495B44B-82B6-40EB-A64C-58E968CB6028}"/>
    <dgm:cxn modelId="{9A51B75E-AF76-4BBE-9151-49B4CEADD75B}" type="presOf" srcId="{9CC5B70C-D92A-49EC-A442-71BA2560D30C}" destId="{F6655230-7E76-4CC5-B4A3-C9CF3265F669}" srcOrd="0" destOrd="0" presId="urn:microsoft.com/office/officeart/2008/layout/CircularPictureCallout"/>
    <dgm:cxn modelId="{9CF67642-933B-43DE-B7CC-26D7447BB459}" type="presOf" srcId="{7686A6C6-7FAC-4846-97C7-5524FBF34554}" destId="{CE9C4BBE-6468-4635-A46C-D63E89D330E5}" srcOrd="0" destOrd="0" presId="urn:microsoft.com/office/officeart/2008/layout/CircularPictureCallout"/>
    <dgm:cxn modelId="{E54EA844-0F08-4C16-AFC3-BE1287B9C556}" type="presOf" srcId="{55D5A14A-D0DA-4A94-9441-6ACBD5A934D3}" destId="{396D2D5A-305B-4808-8B44-0F541741D20C}" srcOrd="0" destOrd="0" presId="urn:microsoft.com/office/officeart/2008/layout/CircularPictureCallout"/>
    <dgm:cxn modelId="{4527AA49-5128-4706-9355-FEF0A00058D1}" type="presOf" srcId="{8B55FED7-4EC2-4BC1-8D35-ADA697BD0791}" destId="{9C434DE6-BDB4-450D-BFBC-10079A35AB17}" srcOrd="0" destOrd="0" presId="urn:microsoft.com/office/officeart/2008/layout/CircularPictureCallout"/>
    <dgm:cxn modelId="{C5954C6D-CDDC-4C4C-B417-D40BA2B15C7B}" srcId="{0E23C2C6-0612-4904-925B-BEB7BEB87122}" destId="{D1F071BB-436D-419D-A154-D11A39BBA694}" srcOrd="5" destOrd="0" parTransId="{690AE895-B18A-4BDE-8551-DB1D36FE3456}" sibTransId="{C0885DC9-DF18-44C9-8800-FD6B14CE6E38}"/>
    <dgm:cxn modelId="{9D274574-9B7F-4C38-AC5F-E23CE7355F11}" type="presOf" srcId="{C0885DC9-DF18-44C9-8800-FD6B14CE6E38}" destId="{A7397E7E-ADD6-4874-90B7-006362636AFA}" srcOrd="0" destOrd="0" presId="urn:microsoft.com/office/officeart/2008/layout/CircularPictureCallout"/>
    <dgm:cxn modelId="{D63A0986-747F-4D22-9D51-C7786C3AFB84}" type="presOf" srcId="{6513544A-5D36-456F-BE44-08EC34A89675}" destId="{C8F9A9F2-2023-46C8-9FCC-549F483A0402}" srcOrd="0" destOrd="0" presId="urn:microsoft.com/office/officeart/2008/layout/CircularPictureCallout"/>
    <dgm:cxn modelId="{916BE786-BDE0-436B-AAE0-7EDC1BC2C77C}" srcId="{0E23C2C6-0612-4904-925B-BEB7BEB87122}" destId="{85205D74-AA0C-405D-94A2-0C2584935ABC}" srcOrd="3" destOrd="0" parTransId="{A56CCC1C-0E8E-46B3-A859-79A9BC033FF4}" sibTransId="{AC35F7F6-2AF2-45B1-A48F-31EEDC3FA194}"/>
    <dgm:cxn modelId="{2E7A3089-F9F0-488C-B59E-FAC213EFF3A6}" srcId="{0E23C2C6-0612-4904-925B-BEB7BEB87122}" destId="{0CF3FC66-DF44-453A-81C8-EF4D8D7846EC}" srcOrd="1" destOrd="0" parTransId="{4719C8F8-E6EC-4F0B-A155-6986364DB0F5}" sibTransId="{26F079C3-3728-445B-B506-0D2D82094BF7}"/>
    <dgm:cxn modelId="{81B2618C-D34B-4A3C-83B7-EF29989B20A2}" type="presOf" srcId="{4495B44B-82B6-40EB-A64C-58E968CB6028}" destId="{BE26A14F-917D-4F19-BC3F-A57690B49F10}" srcOrd="0" destOrd="0" presId="urn:microsoft.com/office/officeart/2008/layout/CircularPictureCallout"/>
    <dgm:cxn modelId="{B8C7149D-DD2D-426B-B6BF-4268B6AD0725}" type="presOf" srcId="{26F079C3-3728-445B-B506-0D2D82094BF7}" destId="{86FAA409-649B-4039-80B2-84A0900BBBD8}" srcOrd="0" destOrd="0" presId="urn:microsoft.com/office/officeart/2008/layout/CircularPictureCallout"/>
    <dgm:cxn modelId="{A95DE6A7-20C8-4F14-9AD6-21B5073D4CE2}" type="presOf" srcId="{F3EA54CC-C604-433A-9E1C-9E5DD5C0EDA3}" destId="{FE185A6B-D93F-45E5-B527-106441A0BAF5}" srcOrd="0" destOrd="0" presId="urn:microsoft.com/office/officeart/2008/layout/CircularPictureCallout"/>
    <dgm:cxn modelId="{C0B8D6C6-AA9A-4FC5-B18D-4A439C6E6928}" srcId="{0E23C2C6-0612-4904-925B-BEB7BEB87122}" destId="{1402A896-F428-4A37-84CB-20E230447F0F}" srcOrd="4" destOrd="0" parTransId="{34423A78-6C89-4CFB-8DDA-1DAE0F8A1A30}" sibTransId="{55D5A14A-D0DA-4A94-9441-6ACBD5A934D3}"/>
    <dgm:cxn modelId="{6DC9C2D3-2E73-42E7-8D50-A2BF7A2CDA38}" type="presOf" srcId="{AC35F7F6-2AF2-45B1-A48F-31EEDC3FA194}" destId="{A57498F7-2110-4DA1-8E2A-7E590A879763}" srcOrd="0" destOrd="0" presId="urn:microsoft.com/office/officeart/2008/layout/CircularPictureCallout"/>
    <dgm:cxn modelId="{1A4152E5-195C-453D-B0B0-D4AA761A945B}" srcId="{0E23C2C6-0612-4904-925B-BEB7BEB87122}" destId="{9CC5B70C-D92A-49EC-A442-71BA2560D30C}" srcOrd="0" destOrd="0" parTransId="{57127848-C6D1-4F4F-969E-22148E426933}" sibTransId="{7686A6C6-7FAC-4846-97C7-5524FBF34554}"/>
    <dgm:cxn modelId="{0452DEF8-562B-4E55-A345-D724C4347D0D}" type="presOf" srcId="{0CF3FC66-DF44-453A-81C8-EF4D8D7846EC}" destId="{5C81D5E8-E10C-4D69-83F7-054CBE891EFE}" srcOrd="0" destOrd="0" presId="urn:microsoft.com/office/officeart/2008/layout/CircularPictureCallout"/>
    <dgm:cxn modelId="{7C3B38CF-03D1-4AB1-9509-7E37AEF63656}" type="presParOf" srcId="{9CA44A02-4FB5-4365-82A6-A7D3FD94824E}" destId="{C46F82D4-30F0-4420-9BEF-E9473667C52B}" srcOrd="0" destOrd="0" presId="urn:microsoft.com/office/officeart/2008/layout/CircularPictureCallout"/>
    <dgm:cxn modelId="{D1A38555-9C4C-4496-9C9F-1C8CF2F91387}" type="presParOf" srcId="{C46F82D4-30F0-4420-9BEF-E9473667C52B}" destId="{4DFC3FE1-E219-4D51-B2AE-AE6933B7C43C}" srcOrd="0" destOrd="0" presId="urn:microsoft.com/office/officeart/2008/layout/CircularPictureCallout"/>
    <dgm:cxn modelId="{03F2E264-997A-44FD-BE06-6851C449ED0F}" type="presParOf" srcId="{4DFC3FE1-E219-4D51-B2AE-AE6933B7C43C}" destId="{CE9C4BBE-6468-4635-A46C-D63E89D330E5}" srcOrd="0" destOrd="0" presId="urn:microsoft.com/office/officeart/2008/layout/CircularPictureCallout"/>
    <dgm:cxn modelId="{5D387324-41E8-4F3C-8F6D-CE75AAAD3412}" type="presParOf" srcId="{C46F82D4-30F0-4420-9BEF-E9473667C52B}" destId="{F6655230-7E76-4CC5-B4A3-C9CF3265F669}" srcOrd="1" destOrd="0" presId="urn:microsoft.com/office/officeart/2008/layout/CircularPictureCallout"/>
    <dgm:cxn modelId="{C5FAA414-639F-4F1D-AA45-E0E49731C5DD}" type="presParOf" srcId="{C46F82D4-30F0-4420-9BEF-E9473667C52B}" destId="{13B92270-8F32-47D7-92F4-47DDAC005EB2}" srcOrd="2" destOrd="0" presId="urn:microsoft.com/office/officeart/2008/layout/CircularPictureCallout"/>
    <dgm:cxn modelId="{9CA5D715-46CD-4232-8907-CB8F2BD8D48A}" type="presParOf" srcId="{13B92270-8F32-47D7-92F4-47DDAC005EB2}" destId="{86FAA409-649B-4039-80B2-84A0900BBBD8}" srcOrd="0" destOrd="0" presId="urn:microsoft.com/office/officeart/2008/layout/CircularPictureCallout"/>
    <dgm:cxn modelId="{76E192B3-7F95-4F9E-9DF2-6332E38EF210}" type="presParOf" srcId="{C46F82D4-30F0-4420-9BEF-E9473667C52B}" destId="{C7C9BCEA-8A85-477D-AEF6-162C5B418D5A}" srcOrd="3" destOrd="0" presId="urn:microsoft.com/office/officeart/2008/layout/CircularPictureCallout"/>
    <dgm:cxn modelId="{39E40B05-F700-4B5D-8EBF-D44478AF52CD}" type="presParOf" srcId="{C46F82D4-30F0-4420-9BEF-E9473667C52B}" destId="{DFC8E015-D7B3-4CA2-A265-5FE757EFF8C4}" srcOrd="4" destOrd="0" presId="urn:microsoft.com/office/officeart/2008/layout/CircularPictureCallout"/>
    <dgm:cxn modelId="{9BB76A34-2DFF-456B-A47C-828C41602A67}" type="presParOf" srcId="{DFC8E015-D7B3-4CA2-A265-5FE757EFF8C4}" destId="{5C81D5E8-E10C-4D69-83F7-054CBE891EFE}" srcOrd="0" destOrd="0" presId="urn:microsoft.com/office/officeart/2008/layout/CircularPictureCallout"/>
    <dgm:cxn modelId="{B565BEBC-AB84-4477-A4F8-5134DB2AFD87}" type="presParOf" srcId="{C46F82D4-30F0-4420-9BEF-E9473667C52B}" destId="{DCD5616C-079D-49F4-8737-F30FE11A4F30}" srcOrd="5" destOrd="0" presId="urn:microsoft.com/office/officeart/2008/layout/CircularPictureCallout"/>
    <dgm:cxn modelId="{40D8726F-3E43-4623-9F7A-994B2C36D9BC}" type="presParOf" srcId="{DCD5616C-079D-49F4-8737-F30FE11A4F30}" destId="{BE26A14F-917D-4F19-BC3F-A57690B49F10}" srcOrd="0" destOrd="0" presId="urn:microsoft.com/office/officeart/2008/layout/CircularPictureCallout"/>
    <dgm:cxn modelId="{FF5FCB70-629A-4849-9D43-D97E02555250}" type="presParOf" srcId="{C46F82D4-30F0-4420-9BEF-E9473667C52B}" destId="{1EBAA32D-DF66-47E7-B0B2-17B71B9D0185}" srcOrd="6" destOrd="0" presId="urn:microsoft.com/office/officeart/2008/layout/CircularPictureCallout"/>
    <dgm:cxn modelId="{F9788492-297C-46D8-B6C7-97ABF2A7B06E}" type="presParOf" srcId="{C46F82D4-30F0-4420-9BEF-E9473667C52B}" destId="{C13825F7-F34B-42EA-997B-DCDB0B24F17E}" srcOrd="7" destOrd="0" presId="urn:microsoft.com/office/officeart/2008/layout/CircularPictureCallout"/>
    <dgm:cxn modelId="{A32E63C4-15C7-4394-AC26-561CC54643D8}" type="presParOf" srcId="{C13825F7-F34B-42EA-997B-DCDB0B24F17E}" destId="{C8F9A9F2-2023-46C8-9FCC-549F483A0402}" srcOrd="0" destOrd="0" presId="urn:microsoft.com/office/officeart/2008/layout/CircularPictureCallout"/>
    <dgm:cxn modelId="{4D51A420-D373-48D4-9D6E-FDBCFDC824DF}" type="presParOf" srcId="{C46F82D4-30F0-4420-9BEF-E9473667C52B}" destId="{C5B942E6-C87A-4704-B45A-4C77CEA7E921}" srcOrd="8" destOrd="0" presId="urn:microsoft.com/office/officeart/2008/layout/CircularPictureCallout"/>
    <dgm:cxn modelId="{85B1F264-2EEB-4D27-A705-7C121A003413}" type="presParOf" srcId="{C5B942E6-C87A-4704-B45A-4C77CEA7E921}" destId="{A57498F7-2110-4DA1-8E2A-7E590A879763}" srcOrd="0" destOrd="0" presId="urn:microsoft.com/office/officeart/2008/layout/CircularPictureCallout"/>
    <dgm:cxn modelId="{C2F27C82-0DCF-4B51-9BC9-83C39DC063F2}" type="presParOf" srcId="{C46F82D4-30F0-4420-9BEF-E9473667C52B}" destId="{DCA737BD-8475-4E30-85AB-C05679F863C7}" srcOrd="9" destOrd="0" presId="urn:microsoft.com/office/officeart/2008/layout/CircularPictureCallout"/>
    <dgm:cxn modelId="{DF33F773-8539-4BD6-9E63-39EDC56DB653}" type="presParOf" srcId="{C46F82D4-30F0-4420-9BEF-E9473667C52B}" destId="{5AD5A4F1-8EDE-48BD-A06D-9036A9A3186B}" srcOrd="10" destOrd="0" presId="urn:microsoft.com/office/officeart/2008/layout/CircularPictureCallout"/>
    <dgm:cxn modelId="{D0BC21D2-3400-4D94-88C0-B15ECF2E60B1}" type="presParOf" srcId="{5AD5A4F1-8EDE-48BD-A06D-9036A9A3186B}" destId="{A27DE965-7AC1-4F64-9F1A-A07BD5812D9F}" srcOrd="0" destOrd="0" presId="urn:microsoft.com/office/officeart/2008/layout/CircularPictureCallout"/>
    <dgm:cxn modelId="{8A81312F-8C52-4801-A91F-D10A9FB5A6AB}" type="presParOf" srcId="{C46F82D4-30F0-4420-9BEF-E9473667C52B}" destId="{EEDF4E7D-85C3-4ABF-814B-AA913FC3793C}" srcOrd="11" destOrd="0" presId="urn:microsoft.com/office/officeart/2008/layout/CircularPictureCallout"/>
    <dgm:cxn modelId="{21B476DB-8E65-4AE3-BB87-3350E9C4ACFF}" type="presParOf" srcId="{EEDF4E7D-85C3-4ABF-814B-AA913FC3793C}" destId="{396D2D5A-305B-4808-8B44-0F541741D20C}" srcOrd="0" destOrd="0" presId="urn:microsoft.com/office/officeart/2008/layout/CircularPictureCallout"/>
    <dgm:cxn modelId="{3E24B448-B9A7-47FF-B37B-A4EDA9596393}" type="presParOf" srcId="{C46F82D4-30F0-4420-9BEF-E9473667C52B}" destId="{ABA2E248-71CE-4A17-AE49-B3715D405BAD}" srcOrd="12" destOrd="0" presId="urn:microsoft.com/office/officeart/2008/layout/CircularPictureCallout"/>
    <dgm:cxn modelId="{D5488C40-4B57-4AE3-A333-8E604B52E608}" type="presParOf" srcId="{C46F82D4-30F0-4420-9BEF-E9473667C52B}" destId="{AEC8E7E3-D621-49CA-AD01-E236727A90C1}" srcOrd="13" destOrd="0" presId="urn:microsoft.com/office/officeart/2008/layout/CircularPictureCallout"/>
    <dgm:cxn modelId="{A30C07A1-BED1-43C5-B82E-2BD409DFBEF9}" type="presParOf" srcId="{AEC8E7E3-D621-49CA-AD01-E236727A90C1}" destId="{10A91249-691F-43F4-AC40-3587F259AFE5}" srcOrd="0" destOrd="0" presId="urn:microsoft.com/office/officeart/2008/layout/CircularPictureCallout"/>
    <dgm:cxn modelId="{8BEADF7C-EAF4-4C4C-A6BE-3C934A19E351}" type="presParOf" srcId="{C46F82D4-30F0-4420-9BEF-E9473667C52B}" destId="{ED752914-5BD4-4E61-9900-1849012112F6}" srcOrd="14" destOrd="0" presId="urn:microsoft.com/office/officeart/2008/layout/CircularPictureCallout"/>
    <dgm:cxn modelId="{9BFCEBE2-A9C8-4DFE-8C76-FB371B1CC2B6}" type="presParOf" srcId="{ED752914-5BD4-4E61-9900-1849012112F6}" destId="{A7397E7E-ADD6-4874-90B7-006362636AFA}" srcOrd="0" destOrd="0" presId="urn:microsoft.com/office/officeart/2008/layout/CircularPictureCallout"/>
    <dgm:cxn modelId="{6718096D-485C-4C01-B42E-99AFE63617EF}" type="presParOf" srcId="{C46F82D4-30F0-4420-9BEF-E9473667C52B}" destId="{9D0501C8-FAEE-4621-9D6A-D8B286C8D59A}" srcOrd="15" destOrd="0" presId="urn:microsoft.com/office/officeart/2008/layout/CircularPictureCallout"/>
    <dgm:cxn modelId="{AD984525-FEFC-4B29-8E7F-77E2AE5534FB}" type="presParOf" srcId="{C46F82D4-30F0-4420-9BEF-E9473667C52B}" destId="{1A3482E8-8381-4392-912E-9C5BC3DA4565}" srcOrd="16" destOrd="0" presId="urn:microsoft.com/office/officeart/2008/layout/CircularPictureCallout"/>
    <dgm:cxn modelId="{291D2FA8-66BB-4C1A-A9B8-C580BC3840A5}" type="presParOf" srcId="{1A3482E8-8381-4392-912E-9C5BC3DA4565}" destId="{68E3D1D0-AE50-43A9-9038-5A828C888A38}" srcOrd="0" destOrd="0" presId="urn:microsoft.com/office/officeart/2008/layout/CircularPictureCallout"/>
    <dgm:cxn modelId="{33051039-76DB-46BF-B3F3-C976CDBD2D53}" type="presParOf" srcId="{C46F82D4-30F0-4420-9BEF-E9473667C52B}" destId="{592CB68E-BF30-4147-B768-15066CF1CB04}" srcOrd="17" destOrd="0" presId="urn:microsoft.com/office/officeart/2008/layout/CircularPictureCallout"/>
    <dgm:cxn modelId="{1C5B40A4-954A-4548-8166-A783BCA8C262}" type="presParOf" srcId="{592CB68E-BF30-4147-B768-15066CF1CB04}" destId="{FE185A6B-D93F-45E5-B527-106441A0BAF5}" srcOrd="0" destOrd="0" presId="urn:microsoft.com/office/officeart/2008/layout/CircularPictureCallout"/>
    <dgm:cxn modelId="{A7E43E3C-D34E-4E8D-953F-91841F94F602}" type="presParOf" srcId="{C46F82D4-30F0-4420-9BEF-E9473667C52B}" destId="{5E587819-0938-43FD-A8B2-91D14AF304D9}" srcOrd="18" destOrd="0" presId="urn:microsoft.com/office/officeart/2008/layout/CircularPictureCallout"/>
    <dgm:cxn modelId="{12F97B68-194B-4E20-AF85-5EF45ED40251}" type="presParOf" srcId="{C46F82D4-30F0-4420-9BEF-E9473667C52B}" destId="{2979C4C2-A9C5-4CF1-B469-D65E7E8EBB19}" srcOrd="19" destOrd="0" presId="urn:microsoft.com/office/officeart/2008/layout/CircularPictureCallout"/>
    <dgm:cxn modelId="{B8F52153-3597-49F8-8418-624B885D4FA9}" type="presParOf" srcId="{2979C4C2-A9C5-4CF1-B469-D65E7E8EBB19}" destId="{9C434DE6-BDB4-450D-BFBC-10079A35AB17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16C66E-C026-4E82-8932-022B800A500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696CE2D-6E3A-4D6B-8ADD-A837459132C5}">
      <dgm:prSet/>
      <dgm:spPr/>
      <dgm:t>
        <a:bodyPr/>
        <a:lstStyle/>
        <a:p>
          <a:r>
            <a:rPr lang="en-US" b="0" i="0" baseline="0"/>
            <a:t>Intégration d’un système de paiement réel en ligne. </a:t>
          </a:r>
          <a:endParaRPr lang="en-US"/>
        </a:p>
      </dgm:t>
    </dgm:pt>
    <dgm:pt modelId="{CEF4AF60-0E59-457D-B987-86622F3FD86F}" type="parTrans" cxnId="{E2B164C9-AD0E-43B6-9FE8-FEC821D84A25}">
      <dgm:prSet/>
      <dgm:spPr/>
      <dgm:t>
        <a:bodyPr/>
        <a:lstStyle/>
        <a:p>
          <a:endParaRPr lang="en-US"/>
        </a:p>
      </dgm:t>
    </dgm:pt>
    <dgm:pt modelId="{57328BB2-3CAF-4156-A178-269ECFA62DDC}" type="sibTrans" cxnId="{E2B164C9-AD0E-43B6-9FE8-FEC821D84A25}">
      <dgm:prSet/>
      <dgm:spPr/>
      <dgm:t>
        <a:bodyPr/>
        <a:lstStyle/>
        <a:p>
          <a:endParaRPr lang="en-US"/>
        </a:p>
      </dgm:t>
    </dgm:pt>
    <dgm:pt modelId="{643CEBE1-556A-42E9-90EF-09948DE46A4D}">
      <dgm:prSet/>
      <dgm:spPr/>
      <dgm:t>
        <a:bodyPr/>
        <a:lstStyle/>
        <a:p>
          <a:r>
            <a:rPr lang="en-US" b="0" i="0" baseline="0"/>
            <a:t>Ajout des notifications par email. </a:t>
          </a:r>
          <a:endParaRPr lang="en-US"/>
        </a:p>
      </dgm:t>
    </dgm:pt>
    <dgm:pt modelId="{7BD0817B-3842-487A-8325-59ABA257E75F}" type="parTrans" cxnId="{B5910BFE-242C-468A-8C16-03BAAC6E715E}">
      <dgm:prSet/>
      <dgm:spPr/>
      <dgm:t>
        <a:bodyPr/>
        <a:lstStyle/>
        <a:p>
          <a:endParaRPr lang="en-US"/>
        </a:p>
      </dgm:t>
    </dgm:pt>
    <dgm:pt modelId="{949CF118-31C9-4622-85E5-47588A135432}" type="sibTrans" cxnId="{B5910BFE-242C-468A-8C16-03BAAC6E715E}">
      <dgm:prSet/>
      <dgm:spPr/>
      <dgm:t>
        <a:bodyPr/>
        <a:lstStyle/>
        <a:p>
          <a:endParaRPr lang="en-US"/>
        </a:p>
      </dgm:t>
    </dgm:pt>
    <dgm:pt modelId="{E4D1B928-A70D-4028-83BB-4629BAC77120}">
      <dgm:prSet/>
      <dgm:spPr/>
      <dgm:t>
        <a:bodyPr/>
        <a:lstStyle/>
        <a:p>
          <a:r>
            <a:rPr lang="en-US" b="0" i="0" baseline="0"/>
            <a:t>Développement d’une application mobile. </a:t>
          </a:r>
          <a:endParaRPr lang="en-US"/>
        </a:p>
      </dgm:t>
    </dgm:pt>
    <dgm:pt modelId="{5E3EA5F9-1BAA-47DD-9101-CAB6B3E0821E}" type="parTrans" cxnId="{997A18E9-AC1C-4E0F-9BDF-4D2DE5B5A0E7}">
      <dgm:prSet/>
      <dgm:spPr/>
      <dgm:t>
        <a:bodyPr/>
        <a:lstStyle/>
        <a:p>
          <a:endParaRPr lang="en-US"/>
        </a:p>
      </dgm:t>
    </dgm:pt>
    <dgm:pt modelId="{07D899E0-8B05-4BC5-BBC2-6CDAFBE61414}" type="sibTrans" cxnId="{997A18E9-AC1C-4E0F-9BDF-4D2DE5B5A0E7}">
      <dgm:prSet/>
      <dgm:spPr/>
      <dgm:t>
        <a:bodyPr/>
        <a:lstStyle/>
        <a:p>
          <a:endParaRPr lang="en-US"/>
        </a:p>
      </dgm:t>
    </dgm:pt>
    <dgm:pt modelId="{95531247-5ACE-4077-80D9-D7C3CED43793}">
      <dgm:prSet/>
      <dgm:spPr/>
      <dgm:t>
        <a:bodyPr/>
        <a:lstStyle/>
        <a:p>
          <a:r>
            <a:rPr lang="en-US" b="0" i="0" baseline="0"/>
            <a:t>Ajout d’un système d’avis et de commentaires. </a:t>
          </a:r>
          <a:endParaRPr lang="en-US"/>
        </a:p>
      </dgm:t>
    </dgm:pt>
    <dgm:pt modelId="{94A561A6-7CF2-468F-8C02-91ED3923DC04}" type="parTrans" cxnId="{23FEC6F8-3297-4DD4-A7A2-695DB4412290}">
      <dgm:prSet/>
      <dgm:spPr/>
      <dgm:t>
        <a:bodyPr/>
        <a:lstStyle/>
        <a:p>
          <a:endParaRPr lang="en-US"/>
        </a:p>
      </dgm:t>
    </dgm:pt>
    <dgm:pt modelId="{118CF8A6-3C18-4AC5-8624-143A407A19CF}" type="sibTrans" cxnId="{23FEC6F8-3297-4DD4-A7A2-695DB4412290}">
      <dgm:prSet/>
      <dgm:spPr/>
      <dgm:t>
        <a:bodyPr/>
        <a:lstStyle/>
        <a:p>
          <a:endParaRPr lang="en-US"/>
        </a:p>
      </dgm:t>
    </dgm:pt>
    <dgm:pt modelId="{E4417D1B-A4E7-42BA-BBC8-F9F2B9111567}">
      <dgm:prSet/>
      <dgm:spPr/>
      <dgm:t>
        <a:bodyPr/>
        <a:lstStyle/>
        <a:p>
          <a:r>
            <a:rPr lang="en-US" b="0" i="0" baseline="0"/>
            <a:t>Intégration d’une carte interactive et géolocalisation. </a:t>
          </a:r>
          <a:endParaRPr lang="en-US"/>
        </a:p>
      </dgm:t>
    </dgm:pt>
    <dgm:pt modelId="{9825BBB6-C013-46A0-B3C6-B4B3EF67E23B}" type="parTrans" cxnId="{75B0EE6C-D2DD-4FB9-8471-A11F001C76DB}">
      <dgm:prSet/>
      <dgm:spPr/>
      <dgm:t>
        <a:bodyPr/>
        <a:lstStyle/>
        <a:p>
          <a:endParaRPr lang="en-US"/>
        </a:p>
      </dgm:t>
    </dgm:pt>
    <dgm:pt modelId="{A2CDA739-39A8-435B-A21E-151BB7E112F2}" type="sibTrans" cxnId="{75B0EE6C-D2DD-4FB9-8471-A11F001C76DB}">
      <dgm:prSet/>
      <dgm:spPr/>
      <dgm:t>
        <a:bodyPr/>
        <a:lstStyle/>
        <a:p>
          <a:endParaRPr lang="en-US"/>
        </a:p>
      </dgm:t>
    </dgm:pt>
    <dgm:pt modelId="{FD9C2276-E824-424E-BF1E-EE23246ECC95}">
      <dgm:prSet/>
      <dgm:spPr/>
      <dgm:t>
        <a:bodyPr/>
        <a:lstStyle/>
        <a:p>
          <a:r>
            <a:rPr lang="en-US" b="0" i="0" baseline="0"/>
            <a:t>Amélioration de la sécurité et des performances du système. </a:t>
          </a:r>
          <a:endParaRPr lang="en-US"/>
        </a:p>
      </dgm:t>
    </dgm:pt>
    <dgm:pt modelId="{5EA863A7-03E2-423B-BB53-F535140BE7B4}" type="parTrans" cxnId="{49C9377D-B562-4E74-A287-C1AE4167EE34}">
      <dgm:prSet/>
      <dgm:spPr/>
      <dgm:t>
        <a:bodyPr/>
        <a:lstStyle/>
        <a:p>
          <a:endParaRPr lang="en-US"/>
        </a:p>
      </dgm:t>
    </dgm:pt>
    <dgm:pt modelId="{3EF50301-EC87-463A-98C0-D9B8BC6AE6EE}" type="sibTrans" cxnId="{49C9377D-B562-4E74-A287-C1AE4167EE34}">
      <dgm:prSet/>
      <dgm:spPr/>
      <dgm:t>
        <a:bodyPr/>
        <a:lstStyle/>
        <a:p>
          <a:endParaRPr lang="en-US"/>
        </a:p>
      </dgm:t>
    </dgm:pt>
    <dgm:pt modelId="{CBDB2223-2748-44A4-93CD-D993AB02072B}" type="pres">
      <dgm:prSet presAssocID="{8A16C66E-C026-4E82-8932-022B800A5009}" presName="diagram" presStyleCnt="0">
        <dgm:presLayoutVars>
          <dgm:dir/>
          <dgm:resizeHandles val="exact"/>
        </dgm:presLayoutVars>
      </dgm:prSet>
      <dgm:spPr/>
    </dgm:pt>
    <dgm:pt modelId="{6E84E356-97FE-447F-B960-C86248A0432C}" type="pres">
      <dgm:prSet presAssocID="{4696CE2D-6E3A-4D6B-8ADD-A837459132C5}" presName="node" presStyleLbl="node1" presStyleIdx="0" presStyleCnt="6">
        <dgm:presLayoutVars>
          <dgm:bulletEnabled val="1"/>
        </dgm:presLayoutVars>
      </dgm:prSet>
      <dgm:spPr/>
    </dgm:pt>
    <dgm:pt modelId="{975B699C-40AA-460A-8A07-73FCAC594E59}" type="pres">
      <dgm:prSet presAssocID="{57328BB2-3CAF-4156-A178-269ECFA62DDC}" presName="sibTrans" presStyleCnt="0"/>
      <dgm:spPr/>
    </dgm:pt>
    <dgm:pt modelId="{A86D6E94-CAD8-487A-B1C8-FD948D35B146}" type="pres">
      <dgm:prSet presAssocID="{643CEBE1-556A-42E9-90EF-09948DE46A4D}" presName="node" presStyleLbl="node1" presStyleIdx="1" presStyleCnt="6">
        <dgm:presLayoutVars>
          <dgm:bulletEnabled val="1"/>
        </dgm:presLayoutVars>
      </dgm:prSet>
      <dgm:spPr/>
    </dgm:pt>
    <dgm:pt modelId="{E002416A-6CB4-405A-B086-DE017C9F9323}" type="pres">
      <dgm:prSet presAssocID="{949CF118-31C9-4622-85E5-47588A135432}" presName="sibTrans" presStyleCnt="0"/>
      <dgm:spPr/>
    </dgm:pt>
    <dgm:pt modelId="{4946ECD5-3B1A-4854-AEE3-F95C403144D3}" type="pres">
      <dgm:prSet presAssocID="{E4D1B928-A70D-4028-83BB-4629BAC77120}" presName="node" presStyleLbl="node1" presStyleIdx="2" presStyleCnt="6">
        <dgm:presLayoutVars>
          <dgm:bulletEnabled val="1"/>
        </dgm:presLayoutVars>
      </dgm:prSet>
      <dgm:spPr/>
    </dgm:pt>
    <dgm:pt modelId="{3C554393-0AE2-44D1-8407-55C8B2A022D1}" type="pres">
      <dgm:prSet presAssocID="{07D899E0-8B05-4BC5-BBC2-6CDAFBE61414}" presName="sibTrans" presStyleCnt="0"/>
      <dgm:spPr/>
    </dgm:pt>
    <dgm:pt modelId="{CCA2C531-9E64-4698-9A91-FC96530FC74F}" type="pres">
      <dgm:prSet presAssocID="{95531247-5ACE-4077-80D9-D7C3CED43793}" presName="node" presStyleLbl="node1" presStyleIdx="3" presStyleCnt="6">
        <dgm:presLayoutVars>
          <dgm:bulletEnabled val="1"/>
        </dgm:presLayoutVars>
      </dgm:prSet>
      <dgm:spPr/>
    </dgm:pt>
    <dgm:pt modelId="{8C25120D-702D-48D8-844B-D80FD24307BE}" type="pres">
      <dgm:prSet presAssocID="{118CF8A6-3C18-4AC5-8624-143A407A19CF}" presName="sibTrans" presStyleCnt="0"/>
      <dgm:spPr/>
    </dgm:pt>
    <dgm:pt modelId="{978388CB-F5F1-46A3-ABE2-633C8A8B4BC0}" type="pres">
      <dgm:prSet presAssocID="{E4417D1B-A4E7-42BA-BBC8-F9F2B9111567}" presName="node" presStyleLbl="node1" presStyleIdx="4" presStyleCnt="6">
        <dgm:presLayoutVars>
          <dgm:bulletEnabled val="1"/>
        </dgm:presLayoutVars>
      </dgm:prSet>
      <dgm:spPr/>
    </dgm:pt>
    <dgm:pt modelId="{CC5896BF-9B53-4FF8-87F4-2EFFCBAF9795}" type="pres">
      <dgm:prSet presAssocID="{A2CDA739-39A8-435B-A21E-151BB7E112F2}" presName="sibTrans" presStyleCnt="0"/>
      <dgm:spPr/>
    </dgm:pt>
    <dgm:pt modelId="{CFF549DA-8DA8-4EC2-85C9-43C98EBFB4ED}" type="pres">
      <dgm:prSet presAssocID="{FD9C2276-E824-424E-BF1E-EE23246ECC95}" presName="node" presStyleLbl="node1" presStyleIdx="5" presStyleCnt="6">
        <dgm:presLayoutVars>
          <dgm:bulletEnabled val="1"/>
        </dgm:presLayoutVars>
      </dgm:prSet>
      <dgm:spPr/>
    </dgm:pt>
  </dgm:ptLst>
  <dgm:cxnLst>
    <dgm:cxn modelId="{EF578C16-3317-496B-BF3C-028D18AFBB29}" type="presOf" srcId="{4696CE2D-6E3A-4D6B-8ADD-A837459132C5}" destId="{6E84E356-97FE-447F-B960-C86248A0432C}" srcOrd="0" destOrd="0" presId="urn:microsoft.com/office/officeart/2005/8/layout/default"/>
    <dgm:cxn modelId="{C62EFC1C-62B1-4CB7-80DB-FD89F58BF89E}" type="presOf" srcId="{643CEBE1-556A-42E9-90EF-09948DE46A4D}" destId="{A86D6E94-CAD8-487A-B1C8-FD948D35B146}" srcOrd="0" destOrd="0" presId="urn:microsoft.com/office/officeart/2005/8/layout/default"/>
    <dgm:cxn modelId="{78F01C36-07DD-4128-9D9D-2161C37759BD}" type="presOf" srcId="{E4417D1B-A4E7-42BA-BBC8-F9F2B9111567}" destId="{978388CB-F5F1-46A3-ABE2-633C8A8B4BC0}" srcOrd="0" destOrd="0" presId="urn:microsoft.com/office/officeart/2005/8/layout/default"/>
    <dgm:cxn modelId="{75B0EE6C-D2DD-4FB9-8471-A11F001C76DB}" srcId="{8A16C66E-C026-4E82-8932-022B800A5009}" destId="{E4417D1B-A4E7-42BA-BBC8-F9F2B9111567}" srcOrd="4" destOrd="0" parTransId="{9825BBB6-C013-46A0-B3C6-B4B3EF67E23B}" sibTransId="{A2CDA739-39A8-435B-A21E-151BB7E112F2}"/>
    <dgm:cxn modelId="{49C9377D-B562-4E74-A287-C1AE4167EE34}" srcId="{8A16C66E-C026-4E82-8932-022B800A5009}" destId="{FD9C2276-E824-424E-BF1E-EE23246ECC95}" srcOrd="5" destOrd="0" parTransId="{5EA863A7-03E2-423B-BB53-F535140BE7B4}" sibTransId="{3EF50301-EC87-463A-98C0-D9B8BC6AE6EE}"/>
    <dgm:cxn modelId="{23509588-DD24-4B40-B3FE-D559315FD8F5}" type="presOf" srcId="{E4D1B928-A70D-4028-83BB-4629BAC77120}" destId="{4946ECD5-3B1A-4854-AEE3-F95C403144D3}" srcOrd="0" destOrd="0" presId="urn:microsoft.com/office/officeart/2005/8/layout/default"/>
    <dgm:cxn modelId="{B00AD5BC-F571-4EC4-ADDC-EB383FCA149C}" type="presOf" srcId="{FD9C2276-E824-424E-BF1E-EE23246ECC95}" destId="{CFF549DA-8DA8-4EC2-85C9-43C98EBFB4ED}" srcOrd="0" destOrd="0" presId="urn:microsoft.com/office/officeart/2005/8/layout/default"/>
    <dgm:cxn modelId="{094926C8-2E4A-4859-AE4C-0D961AA87E15}" type="presOf" srcId="{8A16C66E-C026-4E82-8932-022B800A5009}" destId="{CBDB2223-2748-44A4-93CD-D993AB02072B}" srcOrd="0" destOrd="0" presId="urn:microsoft.com/office/officeart/2005/8/layout/default"/>
    <dgm:cxn modelId="{E2B164C9-AD0E-43B6-9FE8-FEC821D84A25}" srcId="{8A16C66E-C026-4E82-8932-022B800A5009}" destId="{4696CE2D-6E3A-4D6B-8ADD-A837459132C5}" srcOrd="0" destOrd="0" parTransId="{CEF4AF60-0E59-457D-B987-86622F3FD86F}" sibTransId="{57328BB2-3CAF-4156-A178-269ECFA62DDC}"/>
    <dgm:cxn modelId="{C1CB9FD1-7A2C-4B34-BFCF-2CD630AF2EBF}" type="presOf" srcId="{95531247-5ACE-4077-80D9-D7C3CED43793}" destId="{CCA2C531-9E64-4698-9A91-FC96530FC74F}" srcOrd="0" destOrd="0" presId="urn:microsoft.com/office/officeart/2005/8/layout/default"/>
    <dgm:cxn modelId="{997A18E9-AC1C-4E0F-9BDF-4D2DE5B5A0E7}" srcId="{8A16C66E-C026-4E82-8932-022B800A5009}" destId="{E4D1B928-A70D-4028-83BB-4629BAC77120}" srcOrd="2" destOrd="0" parTransId="{5E3EA5F9-1BAA-47DD-9101-CAB6B3E0821E}" sibTransId="{07D899E0-8B05-4BC5-BBC2-6CDAFBE61414}"/>
    <dgm:cxn modelId="{23FEC6F8-3297-4DD4-A7A2-695DB4412290}" srcId="{8A16C66E-C026-4E82-8932-022B800A5009}" destId="{95531247-5ACE-4077-80D9-D7C3CED43793}" srcOrd="3" destOrd="0" parTransId="{94A561A6-7CF2-468F-8C02-91ED3923DC04}" sibTransId="{118CF8A6-3C18-4AC5-8624-143A407A19CF}"/>
    <dgm:cxn modelId="{B5910BFE-242C-468A-8C16-03BAAC6E715E}" srcId="{8A16C66E-C026-4E82-8932-022B800A5009}" destId="{643CEBE1-556A-42E9-90EF-09948DE46A4D}" srcOrd="1" destOrd="0" parTransId="{7BD0817B-3842-487A-8325-59ABA257E75F}" sibTransId="{949CF118-31C9-4622-85E5-47588A135432}"/>
    <dgm:cxn modelId="{65388CBC-8E98-44EC-A546-7CF3A0ACCDA2}" type="presParOf" srcId="{CBDB2223-2748-44A4-93CD-D993AB02072B}" destId="{6E84E356-97FE-447F-B960-C86248A0432C}" srcOrd="0" destOrd="0" presId="urn:microsoft.com/office/officeart/2005/8/layout/default"/>
    <dgm:cxn modelId="{314FEE90-5CF0-4264-BF3E-C794C842D02E}" type="presParOf" srcId="{CBDB2223-2748-44A4-93CD-D993AB02072B}" destId="{975B699C-40AA-460A-8A07-73FCAC594E59}" srcOrd="1" destOrd="0" presId="urn:microsoft.com/office/officeart/2005/8/layout/default"/>
    <dgm:cxn modelId="{4FE65A9A-E634-4AE4-A4B9-FE62D6DF3F7F}" type="presParOf" srcId="{CBDB2223-2748-44A4-93CD-D993AB02072B}" destId="{A86D6E94-CAD8-487A-B1C8-FD948D35B146}" srcOrd="2" destOrd="0" presId="urn:microsoft.com/office/officeart/2005/8/layout/default"/>
    <dgm:cxn modelId="{E04B9D9A-E20D-4DEC-8C70-4C3064AA2DFA}" type="presParOf" srcId="{CBDB2223-2748-44A4-93CD-D993AB02072B}" destId="{E002416A-6CB4-405A-B086-DE017C9F9323}" srcOrd="3" destOrd="0" presId="urn:microsoft.com/office/officeart/2005/8/layout/default"/>
    <dgm:cxn modelId="{4F6253F4-811E-44D6-8B3F-0047A01696AA}" type="presParOf" srcId="{CBDB2223-2748-44A4-93CD-D993AB02072B}" destId="{4946ECD5-3B1A-4854-AEE3-F95C403144D3}" srcOrd="4" destOrd="0" presId="urn:microsoft.com/office/officeart/2005/8/layout/default"/>
    <dgm:cxn modelId="{083D7709-1E3D-4460-BDA5-D6A8754DE5BC}" type="presParOf" srcId="{CBDB2223-2748-44A4-93CD-D993AB02072B}" destId="{3C554393-0AE2-44D1-8407-55C8B2A022D1}" srcOrd="5" destOrd="0" presId="urn:microsoft.com/office/officeart/2005/8/layout/default"/>
    <dgm:cxn modelId="{10091F9A-D462-4C10-82AD-A921D0ECAB0F}" type="presParOf" srcId="{CBDB2223-2748-44A4-93CD-D993AB02072B}" destId="{CCA2C531-9E64-4698-9A91-FC96530FC74F}" srcOrd="6" destOrd="0" presId="urn:microsoft.com/office/officeart/2005/8/layout/default"/>
    <dgm:cxn modelId="{D554D8EF-2EEA-4F70-8152-88CE17572DDB}" type="presParOf" srcId="{CBDB2223-2748-44A4-93CD-D993AB02072B}" destId="{8C25120D-702D-48D8-844B-D80FD24307BE}" srcOrd="7" destOrd="0" presId="urn:microsoft.com/office/officeart/2005/8/layout/default"/>
    <dgm:cxn modelId="{3E38686F-346A-4E56-BE33-9823561F3FC4}" type="presParOf" srcId="{CBDB2223-2748-44A4-93CD-D993AB02072B}" destId="{978388CB-F5F1-46A3-ABE2-633C8A8B4BC0}" srcOrd="8" destOrd="0" presId="urn:microsoft.com/office/officeart/2005/8/layout/default"/>
    <dgm:cxn modelId="{2CE96989-E737-4A80-9166-02A13195E0CC}" type="presParOf" srcId="{CBDB2223-2748-44A4-93CD-D993AB02072B}" destId="{CC5896BF-9B53-4FF8-87F4-2EFFCBAF9795}" srcOrd="9" destOrd="0" presId="urn:microsoft.com/office/officeart/2005/8/layout/default"/>
    <dgm:cxn modelId="{6A4BEC09-4F65-44D0-AD98-DFC3F60101D2}" type="presParOf" srcId="{CBDB2223-2748-44A4-93CD-D993AB02072B}" destId="{CFF549DA-8DA8-4EC2-85C9-43C98EBFB4E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B07E2C-2B4A-4F67-852F-2290A04FBF55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CD62391-948D-47C1-BFE1-0E74EEE96DCF}">
      <dgm:prSet/>
      <dgm:spPr/>
      <dgm:t>
        <a:bodyPr/>
        <a:lstStyle/>
        <a:p>
          <a:r>
            <a:rPr lang="fr-FR"/>
            <a:t>Ce projet nous a permis de développer une plateforme de gestion de voyages complète en utilisant Django et MySQL.</a:t>
          </a:r>
          <a:br>
            <a:rPr lang="fr-FR"/>
          </a:br>
          <a:r>
            <a:rPr lang="fr-FR"/>
            <a:t>L’application offre plusieurs fonctionnalités telles que la gestion des utilisateurs, des réservations, des paiements simulés et des voyages organisés.</a:t>
          </a:r>
          <a:endParaRPr lang="en-US"/>
        </a:p>
      </dgm:t>
    </dgm:pt>
    <dgm:pt modelId="{CF6077E8-FB01-44AE-8015-48FF3A9E11E4}" type="parTrans" cxnId="{7E343266-3C59-4BC2-8B84-25C558ED33E9}">
      <dgm:prSet/>
      <dgm:spPr/>
      <dgm:t>
        <a:bodyPr/>
        <a:lstStyle/>
        <a:p>
          <a:endParaRPr lang="en-US"/>
        </a:p>
      </dgm:t>
    </dgm:pt>
    <dgm:pt modelId="{E93D1DFC-7E79-4CEF-85CA-00CD449F8DAC}" type="sibTrans" cxnId="{7E343266-3C59-4BC2-8B84-25C558ED33E9}">
      <dgm:prSet/>
      <dgm:spPr/>
      <dgm:t>
        <a:bodyPr/>
        <a:lstStyle/>
        <a:p>
          <a:endParaRPr lang="en-US"/>
        </a:p>
      </dgm:t>
    </dgm:pt>
    <dgm:pt modelId="{E202EB52-181C-45BB-8C5C-C326DCA7B1AE}">
      <dgm:prSet/>
      <dgm:spPr/>
      <dgm:t>
        <a:bodyPr/>
        <a:lstStyle/>
        <a:p>
          <a:r>
            <a:rPr lang="fr-FR"/>
            <a:t>Ce projet nous a également permis de renforcer nos compétences en développement web, en modélisation UML et en gestion de bases de données.</a:t>
          </a:r>
          <a:endParaRPr lang="en-US"/>
        </a:p>
      </dgm:t>
    </dgm:pt>
    <dgm:pt modelId="{1583A8CB-0FA9-4CC0-9585-729F35FC9C47}" type="parTrans" cxnId="{E0CF1B8D-E684-44C6-8E16-28FD35E585BA}">
      <dgm:prSet/>
      <dgm:spPr/>
      <dgm:t>
        <a:bodyPr/>
        <a:lstStyle/>
        <a:p>
          <a:endParaRPr lang="en-US"/>
        </a:p>
      </dgm:t>
    </dgm:pt>
    <dgm:pt modelId="{4B6D2105-F4BB-4C02-9AC0-B720C358DF78}" type="sibTrans" cxnId="{E0CF1B8D-E684-44C6-8E16-28FD35E585BA}">
      <dgm:prSet/>
      <dgm:spPr/>
      <dgm:t>
        <a:bodyPr/>
        <a:lstStyle/>
        <a:p>
          <a:endParaRPr lang="en-US"/>
        </a:p>
      </dgm:t>
    </dgm:pt>
    <dgm:pt modelId="{C0BDF2D8-8D18-4A16-B651-D008F2816981}" type="pres">
      <dgm:prSet presAssocID="{E0B07E2C-2B4A-4F67-852F-2290A04FBF55}" presName="outerComposite" presStyleCnt="0">
        <dgm:presLayoutVars>
          <dgm:chMax val="5"/>
          <dgm:dir/>
          <dgm:resizeHandles val="exact"/>
        </dgm:presLayoutVars>
      </dgm:prSet>
      <dgm:spPr/>
    </dgm:pt>
    <dgm:pt modelId="{6983C944-7DFF-45A8-98FE-6D73DF35C6F5}" type="pres">
      <dgm:prSet presAssocID="{E0B07E2C-2B4A-4F67-852F-2290A04FBF55}" presName="dummyMaxCanvas" presStyleCnt="0">
        <dgm:presLayoutVars/>
      </dgm:prSet>
      <dgm:spPr/>
    </dgm:pt>
    <dgm:pt modelId="{AD4A5F68-58F3-4580-AF50-E967AA1B4639}" type="pres">
      <dgm:prSet presAssocID="{E0B07E2C-2B4A-4F67-852F-2290A04FBF55}" presName="TwoNodes_1" presStyleLbl="node1" presStyleIdx="0" presStyleCnt="2">
        <dgm:presLayoutVars>
          <dgm:bulletEnabled val="1"/>
        </dgm:presLayoutVars>
      </dgm:prSet>
      <dgm:spPr/>
    </dgm:pt>
    <dgm:pt modelId="{5A30B900-AD90-4124-BE85-3DFECE664757}" type="pres">
      <dgm:prSet presAssocID="{E0B07E2C-2B4A-4F67-852F-2290A04FBF55}" presName="TwoNodes_2" presStyleLbl="node1" presStyleIdx="1" presStyleCnt="2">
        <dgm:presLayoutVars>
          <dgm:bulletEnabled val="1"/>
        </dgm:presLayoutVars>
      </dgm:prSet>
      <dgm:spPr/>
    </dgm:pt>
    <dgm:pt modelId="{4F082542-3DE4-4324-A3BC-05AD4309AE98}" type="pres">
      <dgm:prSet presAssocID="{E0B07E2C-2B4A-4F67-852F-2290A04FBF55}" presName="TwoConn_1-2" presStyleLbl="fgAccFollowNode1" presStyleIdx="0" presStyleCnt="1">
        <dgm:presLayoutVars>
          <dgm:bulletEnabled val="1"/>
        </dgm:presLayoutVars>
      </dgm:prSet>
      <dgm:spPr/>
    </dgm:pt>
    <dgm:pt modelId="{E0D189B8-0EB6-4BE0-9F94-72CDC149A2A6}" type="pres">
      <dgm:prSet presAssocID="{E0B07E2C-2B4A-4F67-852F-2290A04FBF55}" presName="TwoNodes_1_text" presStyleLbl="node1" presStyleIdx="1" presStyleCnt="2">
        <dgm:presLayoutVars>
          <dgm:bulletEnabled val="1"/>
        </dgm:presLayoutVars>
      </dgm:prSet>
      <dgm:spPr/>
    </dgm:pt>
    <dgm:pt modelId="{27035D04-2853-4118-BF2B-1760A735D7EA}" type="pres">
      <dgm:prSet presAssocID="{E0B07E2C-2B4A-4F67-852F-2290A04FBF55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6761C414-735C-4E1C-8595-8E05CC52DA16}" type="presOf" srcId="{E93D1DFC-7E79-4CEF-85CA-00CD449F8DAC}" destId="{4F082542-3DE4-4324-A3BC-05AD4309AE98}" srcOrd="0" destOrd="0" presId="urn:microsoft.com/office/officeart/2005/8/layout/vProcess5"/>
    <dgm:cxn modelId="{6D49B11A-6835-467A-997D-732EDDF35F50}" type="presOf" srcId="{E0B07E2C-2B4A-4F67-852F-2290A04FBF55}" destId="{C0BDF2D8-8D18-4A16-B651-D008F2816981}" srcOrd="0" destOrd="0" presId="urn:microsoft.com/office/officeart/2005/8/layout/vProcess5"/>
    <dgm:cxn modelId="{B621645C-27DC-4E12-8860-08E1D7D58E08}" type="presOf" srcId="{ECD62391-948D-47C1-BFE1-0E74EEE96DCF}" destId="{AD4A5F68-58F3-4580-AF50-E967AA1B4639}" srcOrd="0" destOrd="0" presId="urn:microsoft.com/office/officeart/2005/8/layout/vProcess5"/>
    <dgm:cxn modelId="{7E343266-3C59-4BC2-8B84-25C558ED33E9}" srcId="{E0B07E2C-2B4A-4F67-852F-2290A04FBF55}" destId="{ECD62391-948D-47C1-BFE1-0E74EEE96DCF}" srcOrd="0" destOrd="0" parTransId="{CF6077E8-FB01-44AE-8015-48FF3A9E11E4}" sibTransId="{E93D1DFC-7E79-4CEF-85CA-00CD449F8DAC}"/>
    <dgm:cxn modelId="{E0CF1B8D-E684-44C6-8E16-28FD35E585BA}" srcId="{E0B07E2C-2B4A-4F67-852F-2290A04FBF55}" destId="{E202EB52-181C-45BB-8C5C-C326DCA7B1AE}" srcOrd="1" destOrd="0" parTransId="{1583A8CB-0FA9-4CC0-9585-729F35FC9C47}" sibTransId="{4B6D2105-F4BB-4C02-9AC0-B720C358DF78}"/>
    <dgm:cxn modelId="{CA61E6A8-A4EB-4B3E-98E7-A45AED08E439}" type="presOf" srcId="{E202EB52-181C-45BB-8C5C-C326DCA7B1AE}" destId="{27035D04-2853-4118-BF2B-1760A735D7EA}" srcOrd="1" destOrd="0" presId="urn:microsoft.com/office/officeart/2005/8/layout/vProcess5"/>
    <dgm:cxn modelId="{88CD40BB-7562-48C9-8050-4F0669575F40}" type="presOf" srcId="{E202EB52-181C-45BB-8C5C-C326DCA7B1AE}" destId="{5A30B900-AD90-4124-BE85-3DFECE664757}" srcOrd="0" destOrd="0" presId="urn:microsoft.com/office/officeart/2005/8/layout/vProcess5"/>
    <dgm:cxn modelId="{081D29E3-28E5-497C-AF10-6B33056B4F26}" type="presOf" srcId="{ECD62391-948D-47C1-BFE1-0E74EEE96DCF}" destId="{E0D189B8-0EB6-4BE0-9F94-72CDC149A2A6}" srcOrd="1" destOrd="0" presId="urn:microsoft.com/office/officeart/2005/8/layout/vProcess5"/>
    <dgm:cxn modelId="{E3683209-C3EA-4954-BEF5-B3723941F9D9}" type="presParOf" srcId="{C0BDF2D8-8D18-4A16-B651-D008F2816981}" destId="{6983C944-7DFF-45A8-98FE-6D73DF35C6F5}" srcOrd="0" destOrd="0" presId="urn:microsoft.com/office/officeart/2005/8/layout/vProcess5"/>
    <dgm:cxn modelId="{1A0D644C-AD8C-48B3-8452-BDC4D916D1A5}" type="presParOf" srcId="{C0BDF2D8-8D18-4A16-B651-D008F2816981}" destId="{AD4A5F68-58F3-4580-AF50-E967AA1B4639}" srcOrd="1" destOrd="0" presId="urn:microsoft.com/office/officeart/2005/8/layout/vProcess5"/>
    <dgm:cxn modelId="{30EC36D2-DD1B-4583-A065-ACE594F0A3E2}" type="presParOf" srcId="{C0BDF2D8-8D18-4A16-B651-D008F2816981}" destId="{5A30B900-AD90-4124-BE85-3DFECE664757}" srcOrd="2" destOrd="0" presId="urn:microsoft.com/office/officeart/2005/8/layout/vProcess5"/>
    <dgm:cxn modelId="{6F69D671-B590-4F3F-AB44-12F14D25A181}" type="presParOf" srcId="{C0BDF2D8-8D18-4A16-B651-D008F2816981}" destId="{4F082542-3DE4-4324-A3BC-05AD4309AE98}" srcOrd="3" destOrd="0" presId="urn:microsoft.com/office/officeart/2005/8/layout/vProcess5"/>
    <dgm:cxn modelId="{26F43FAA-FCB8-46AC-8BBA-919A8D8C8FAA}" type="presParOf" srcId="{C0BDF2D8-8D18-4A16-B651-D008F2816981}" destId="{E0D189B8-0EB6-4BE0-9F94-72CDC149A2A6}" srcOrd="4" destOrd="0" presId="urn:microsoft.com/office/officeart/2005/8/layout/vProcess5"/>
    <dgm:cxn modelId="{4A48BD78-CDD5-4F04-950F-861D3AFBCF76}" type="presParOf" srcId="{C0BDF2D8-8D18-4A16-B651-D008F2816981}" destId="{27035D04-2853-4118-BF2B-1760A735D7EA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58C60C-88E9-4B8C-A25B-835C365F7F8A}">
      <dsp:nvSpPr>
        <dsp:cNvPr id="0" name=""/>
        <dsp:cNvSpPr/>
      </dsp:nvSpPr>
      <dsp:spPr>
        <a:xfrm>
          <a:off x="0" y="2389"/>
          <a:ext cx="43864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CAE333-940B-477C-BE45-966657BA5882}">
      <dsp:nvSpPr>
        <dsp:cNvPr id="0" name=""/>
        <dsp:cNvSpPr/>
      </dsp:nvSpPr>
      <dsp:spPr>
        <a:xfrm>
          <a:off x="0" y="2389"/>
          <a:ext cx="4386467" cy="407354"/>
        </a:xfrm>
        <a:prstGeom prst="rect">
          <a:avLst/>
        </a:prstGeom>
        <a:solidFill>
          <a:schemeClr val="accent6"/>
        </a:solidFill>
        <a:ln w="15875" cap="flat" cmpd="sng" algn="ctr">
          <a:solidFill>
            <a:schemeClr val="accent6">
              <a:shade val="15000"/>
            </a:schemeClr>
          </a:solidFill>
          <a:prstDash val="solid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Introduction.</a:t>
          </a:r>
          <a:endParaRPr lang="en-US" sz="2000" kern="1200" dirty="0"/>
        </a:p>
      </dsp:txBody>
      <dsp:txXfrm>
        <a:off x="0" y="2389"/>
        <a:ext cx="4386467" cy="407354"/>
      </dsp:txXfrm>
    </dsp:sp>
    <dsp:sp modelId="{B374648B-E734-4EB5-BEF4-0C9BE8F759A4}">
      <dsp:nvSpPr>
        <dsp:cNvPr id="0" name=""/>
        <dsp:cNvSpPr/>
      </dsp:nvSpPr>
      <dsp:spPr>
        <a:xfrm>
          <a:off x="0" y="409743"/>
          <a:ext cx="4386467" cy="0"/>
        </a:xfrm>
        <a:prstGeom prst="line">
          <a:avLst/>
        </a:prstGeom>
        <a:solidFill>
          <a:schemeClr val="accent2">
            <a:hueOff val="-667375"/>
            <a:satOff val="2945"/>
            <a:lumOff val="-499"/>
            <a:alphaOff val="0"/>
          </a:schemeClr>
        </a:solidFill>
        <a:ln w="15875" cap="flat" cmpd="sng" algn="ctr">
          <a:solidFill>
            <a:schemeClr val="accent2">
              <a:hueOff val="-667375"/>
              <a:satOff val="2945"/>
              <a:lumOff val="-49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B047D-6CE9-4D53-BAF9-55A033769D35}">
      <dsp:nvSpPr>
        <dsp:cNvPr id="0" name=""/>
        <dsp:cNvSpPr/>
      </dsp:nvSpPr>
      <dsp:spPr>
        <a:xfrm>
          <a:off x="0" y="409743"/>
          <a:ext cx="4386467" cy="407354"/>
        </a:xfrm>
        <a:prstGeom prst="rect">
          <a:avLst/>
        </a:prstGeom>
        <a:solidFill>
          <a:schemeClr val="accent6"/>
        </a:solidFill>
        <a:ln w="15875" cap="flat" cmpd="sng" algn="ctr">
          <a:solidFill>
            <a:schemeClr val="accent6">
              <a:shade val="15000"/>
            </a:schemeClr>
          </a:solidFill>
          <a:prstDash val="solid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Probelmatique</a:t>
          </a:r>
          <a:endParaRPr lang="en-US" sz="2000" kern="1200"/>
        </a:p>
      </dsp:txBody>
      <dsp:txXfrm>
        <a:off x="0" y="409743"/>
        <a:ext cx="4386467" cy="407354"/>
      </dsp:txXfrm>
    </dsp:sp>
    <dsp:sp modelId="{41D8E13F-F317-4945-9A09-5F309B95BA4E}">
      <dsp:nvSpPr>
        <dsp:cNvPr id="0" name=""/>
        <dsp:cNvSpPr/>
      </dsp:nvSpPr>
      <dsp:spPr>
        <a:xfrm>
          <a:off x="0" y="817098"/>
          <a:ext cx="4386467" cy="0"/>
        </a:xfrm>
        <a:prstGeom prst="line">
          <a:avLst/>
        </a:prstGeom>
        <a:solidFill>
          <a:schemeClr val="accent2">
            <a:hueOff val="-1334750"/>
            <a:satOff val="5890"/>
            <a:lumOff val="-998"/>
            <a:alphaOff val="0"/>
          </a:schemeClr>
        </a:solidFill>
        <a:ln w="15875" cap="flat" cmpd="sng" algn="ctr">
          <a:solidFill>
            <a:schemeClr val="accent2">
              <a:hueOff val="-1334750"/>
              <a:satOff val="5890"/>
              <a:lumOff val="-9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6D609-6985-4CAD-B3EE-B01228A14E47}">
      <dsp:nvSpPr>
        <dsp:cNvPr id="0" name=""/>
        <dsp:cNvSpPr/>
      </dsp:nvSpPr>
      <dsp:spPr>
        <a:xfrm>
          <a:off x="0" y="817098"/>
          <a:ext cx="4386467" cy="407354"/>
        </a:xfrm>
        <a:prstGeom prst="rect">
          <a:avLst/>
        </a:prstGeom>
        <a:solidFill>
          <a:schemeClr val="accent6"/>
        </a:solidFill>
        <a:ln w="15875" cap="flat" cmpd="sng" algn="ctr">
          <a:solidFill>
            <a:schemeClr val="accent6">
              <a:shade val="15000"/>
            </a:schemeClr>
          </a:solidFill>
          <a:prstDash val="solid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Objectifs du projet.</a:t>
          </a:r>
          <a:endParaRPr lang="en-US" sz="2000" kern="1200" dirty="0"/>
        </a:p>
      </dsp:txBody>
      <dsp:txXfrm>
        <a:off x="0" y="817098"/>
        <a:ext cx="4386467" cy="407354"/>
      </dsp:txXfrm>
    </dsp:sp>
    <dsp:sp modelId="{66AF4843-5CA8-41E7-96FB-7EEB4B6EBDF9}">
      <dsp:nvSpPr>
        <dsp:cNvPr id="0" name=""/>
        <dsp:cNvSpPr/>
      </dsp:nvSpPr>
      <dsp:spPr>
        <a:xfrm>
          <a:off x="0" y="1224452"/>
          <a:ext cx="4386467" cy="0"/>
        </a:xfrm>
        <a:prstGeom prst="line">
          <a:avLst/>
        </a:prstGeom>
        <a:solidFill>
          <a:schemeClr val="accent2">
            <a:hueOff val="-2002125"/>
            <a:satOff val="8834"/>
            <a:lumOff val="-1497"/>
            <a:alphaOff val="0"/>
          </a:schemeClr>
        </a:solidFill>
        <a:ln w="15875" cap="flat" cmpd="sng" algn="ctr">
          <a:solidFill>
            <a:schemeClr val="accent2">
              <a:hueOff val="-2002125"/>
              <a:satOff val="8834"/>
              <a:lumOff val="-149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8D950-54B1-4DD7-B088-339D86515603}">
      <dsp:nvSpPr>
        <dsp:cNvPr id="0" name=""/>
        <dsp:cNvSpPr/>
      </dsp:nvSpPr>
      <dsp:spPr>
        <a:xfrm>
          <a:off x="0" y="1224452"/>
          <a:ext cx="4386467" cy="407354"/>
        </a:xfrm>
        <a:prstGeom prst="rect">
          <a:avLst/>
        </a:prstGeom>
        <a:solidFill>
          <a:schemeClr val="accent6"/>
        </a:solidFill>
        <a:ln w="15875" cap="flat" cmpd="sng" algn="ctr">
          <a:solidFill>
            <a:schemeClr val="accent6">
              <a:shade val="15000"/>
            </a:schemeClr>
          </a:solidFill>
          <a:prstDash val="solid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Technologies utilisees.</a:t>
          </a:r>
          <a:endParaRPr lang="en-US" sz="2000" kern="1200" dirty="0"/>
        </a:p>
      </dsp:txBody>
      <dsp:txXfrm>
        <a:off x="0" y="1224452"/>
        <a:ext cx="4386467" cy="407354"/>
      </dsp:txXfrm>
    </dsp:sp>
    <dsp:sp modelId="{F562248B-C359-441B-B508-6930CCAF5CD5}">
      <dsp:nvSpPr>
        <dsp:cNvPr id="0" name=""/>
        <dsp:cNvSpPr/>
      </dsp:nvSpPr>
      <dsp:spPr>
        <a:xfrm>
          <a:off x="0" y="1631807"/>
          <a:ext cx="4386467" cy="0"/>
        </a:xfrm>
        <a:prstGeom prst="line">
          <a:avLst/>
        </a:prstGeom>
        <a:solidFill>
          <a:schemeClr val="accent2">
            <a:hueOff val="-2669500"/>
            <a:satOff val="11779"/>
            <a:lumOff val="-1996"/>
            <a:alphaOff val="0"/>
          </a:schemeClr>
        </a:solidFill>
        <a:ln w="15875" cap="flat" cmpd="sng" algn="ctr">
          <a:solidFill>
            <a:schemeClr val="accent2">
              <a:hueOff val="-2669500"/>
              <a:satOff val="11779"/>
              <a:lumOff val="-19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705946-879A-4D86-B139-B852A0D71532}">
      <dsp:nvSpPr>
        <dsp:cNvPr id="0" name=""/>
        <dsp:cNvSpPr/>
      </dsp:nvSpPr>
      <dsp:spPr>
        <a:xfrm>
          <a:off x="0" y="1631807"/>
          <a:ext cx="4386467" cy="407354"/>
        </a:xfrm>
        <a:prstGeom prst="rect">
          <a:avLst/>
        </a:prstGeom>
        <a:solidFill>
          <a:schemeClr val="accent6"/>
        </a:solidFill>
        <a:ln w="15875" cap="flat" cmpd="sng" algn="ctr">
          <a:solidFill>
            <a:schemeClr val="accent6">
              <a:shade val="15000"/>
            </a:schemeClr>
          </a:solidFill>
          <a:prstDash val="solid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Architecture de </a:t>
          </a:r>
          <a:r>
            <a:rPr lang="en-GB" sz="2000" kern="1200" dirty="0" err="1"/>
            <a:t>l’application</a:t>
          </a:r>
          <a:endParaRPr lang="en-GB" sz="2000" kern="1200" dirty="0"/>
        </a:p>
      </dsp:txBody>
      <dsp:txXfrm>
        <a:off x="0" y="1631807"/>
        <a:ext cx="4386467" cy="407354"/>
      </dsp:txXfrm>
    </dsp:sp>
    <dsp:sp modelId="{7AB9E399-ACA3-44CA-A34F-EABC7E296EFE}">
      <dsp:nvSpPr>
        <dsp:cNvPr id="0" name=""/>
        <dsp:cNvSpPr/>
      </dsp:nvSpPr>
      <dsp:spPr>
        <a:xfrm>
          <a:off x="0" y="2039161"/>
          <a:ext cx="4386467" cy="0"/>
        </a:xfrm>
        <a:prstGeom prst="line">
          <a:avLst/>
        </a:prstGeom>
        <a:solidFill>
          <a:schemeClr val="accent2">
            <a:hueOff val="-3336875"/>
            <a:satOff val="14724"/>
            <a:lumOff val="-2495"/>
            <a:alphaOff val="0"/>
          </a:schemeClr>
        </a:solidFill>
        <a:ln w="15875" cap="flat" cmpd="sng" algn="ctr">
          <a:solidFill>
            <a:schemeClr val="accent2">
              <a:hueOff val="-3336875"/>
              <a:satOff val="14724"/>
              <a:lumOff val="-24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0A6E9-F8B9-486A-886D-6F9E1587E190}">
      <dsp:nvSpPr>
        <dsp:cNvPr id="0" name=""/>
        <dsp:cNvSpPr/>
      </dsp:nvSpPr>
      <dsp:spPr>
        <a:xfrm>
          <a:off x="0" y="2039161"/>
          <a:ext cx="4386467" cy="407354"/>
        </a:xfrm>
        <a:prstGeom prst="rect">
          <a:avLst/>
        </a:prstGeom>
        <a:solidFill>
          <a:schemeClr val="accent6"/>
        </a:solidFill>
        <a:ln w="15875" cap="flat" cmpd="sng" algn="ctr">
          <a:solidFill>
            <a:schemeClr val="accent6">
              <a:shade val="15000"/>
            </a:schemeClr>
          </a:solidFill>
          <a:prstDash val="solid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Base de données.</a:t>
          </a:r>
        </a:p>
      </dsp:txBody>
      <dsp:txXfrm>
        <a:off x="0" y="2039161"/>
        <a:ext cx="4386467" cy="407354"/>
      </dsp:txXfrm>
    </dsp:sp>
    <dsp:sp modelId="{2958F840-B679-42BA-B48F-0FC76AF24581}">
      <dsp:nvSpPr>
        <dsp:cNvPr id="0" name=""/>
        <dsp:cNvSpPr/>
      </dsp:nvSpPr>
      <dsp:spPr>
        <a:xfrm>
          <a:off x="0" y="2446516"/>
          <a:ext cx="4386467" cy="0"/>
        </a:xfrm>
        <a:prstGeom prst="line">
          <a:avLst/>
        </a:prstGeom>
        <a:solidFill>
          <a:schemeClr val="accent2">
            <a:hueOff val="-4004250"/>
            <a:satOff val="17669"/>
            <a:lumOff val="-2995"/>
            <a:alphaOff val="0"/>
          </a:schemeClr>
        </a:solidFill>
        <a:ln w="15875" cap="flat" cmpd="sng" algn="ctr">
          <a:solidFill>
            <a:schemeClr val="accent2">
              <a:hueOff val="-4004250"/>
              <a:satOff val="17669"/>
              <a:lumOff val="-29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6F1F3-2C73-4C6A-B0BC-15524E08F472}">
      <dsp:nvSpPr>
        <dsp:cNvPr id="0" name=""/>
        <dsp:cNvSpPr/>
      </dsp:nvSpPr>
      <dsp:spPr>
        <a:xfrm>
          <a:off x="0" y="2446516"/>
          <a:ext cx="4386467" cy="407354"/>
        </a:xfrm>
        <a:prstGeom prst="rect">
          <a:avLst/>
        </a:prstGeom>
        <a:solidFill>
          <a:schemeClr val="accent6"/>
        </a:solidFill>
        <a:ln w="15875" cap="flat" cmpd="sng" algn="ctr">
          <a:solidFill>
            <a:schemeClr val="accent6">
              <a:shade val="15000"/>
            </a:schemeClr>
          </a:solidFill>
          <a:prstDash val="solid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Conception UML.</a:t>
          </a:r>
        </a:p>
      </dsp:txBody>
      <dsp:txXfrm>
        <a:off x="0" y="2446516"/>
        <a:ext cx="4386467" cy="407354"/>
      </dsp:txXfrm>
    </dsp:sp>
    <dsp:sp modelId="{9F7AD1EB-5131-463C-9854-E667EAC8B95A}">
      <dsp:nvSpPr>
        <dsp:cNvPr id="0" name=""/>
        <dsp:cNvSpPr/>
      </dsp:nvSpPr>
      <dsp:spPr>
        <a:xfrm>
          <a:off x="0" y="2853870"/>
          <a:ext cx="4386467" cy="0"/>
        </a:xfrm>
        <a:prstGeom prst="line">
          <a:avLst/>
        </a:prstGeom>
        <a:solidFill>
          <a:schemeClr val="accent2">
            <a:hueOff val="-4671625"/>
            <a:satOff val="20614"/>
            <a:lumOff val="-3494"/>
            <a:alphaOff val="0"/>
          </a:schemeClr>
        </a:solidFill>
        <a:ln w="15875" cap="flat" cmpd="sng" algn="ctr">
          <a:solidFill>
            <a:schemeClr val="accent2">
              <a:hueOff val="-4671625"/>
              <a:satOff val="20614"/>
              <a:lumOff val="-34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FA9CB-436B-40BD-828B-ABB8AB956072}">
      <dsp:nvSpPr>
        <dsp:cNvPr id="0" name=""/>
        <dsp:cNvSpPr/>
      </dsp:nvSpPr>
      <dsp:spPr>
        <a:xfrm>
          <a:off x="0" y="2853870"/>
          <a:ext cx="4386467" cy="407354"/>
        </a:xfrm>
        <a:prstGeom prst="rect">
          <a:avLst/>
        </a:prstGeom>
        <a:solidFill>
          <a:schemeClr val="accent6"/>
        </a:solidFill>
        <a:ln w="15875" cap="flat" cmpd="sng" algn="ctr">
          <a:solidFill>
            <a:schemeClr val="accent6">
              <a:shade val="15000"/>
            </a:schemeClr>
          </a:solidFill>
          <a:prstDash val="solid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 err="1"/>
            <a:t>Fonclitonnalites</a:t>
          </a:r>
          <a:r>
            <a:rPr lang="en-GB" sz="2000" kern="1200" dirty="0"/>
            <a:t> </a:t>
          </a:r>
          <a:r>
            <a:rPr lang="en-GB" sz="2000" kern="1200" dirty="0" err="1"/>
            <a:t>principales</a:t>
          </a:r>
          <a:r>
            <a:rPr lang="en-GB" sz="2000" kern="1200" dirty="0"/>
            <a:t>.</a:t>
          </a:r>
        </a:p>
      </dsp:txBody>
      <dsp:txXfrm>
        <a:off x="0" y="2853870"/>
        <a:ext cx="4386467" cy="407354"/>
      </dsp:txXfrm>
    </dsp:sp>
    <dsp:sp modelId="{7F430045-4495-44FD-BD22-A0C106E36DE3}">
      <dsp:nvSpPr>
        <dsp:cNvPr id="0" name=""/>
        <dsp:cNvSpPr/>
      </dsp:nvSpPr>
      <dsp:spPr>
        <a:xfrm>
          <a:off x="0" y="3261224"/>
          <a:ext cx="4386467" cy="0"/>
        </a:xfrm>
        <a:prstGeom prst="line">
          <a:avLst/>
        </a:prstGeom>
        <a:solidFill>
          <a:schemeClr val="accent2">
            <a:hueOff val="-5339000"/>
            <a:satOff val="23559"/>
            <a:lumOff val="-3993"/>
            <a:alphaOff val="0"/>
          </a:schemeClr>
        </a:solidFill>
        <a:ln w="15875" cap="flat" cmpd="sng" algn="ctr">
          <a:solidFill>
            <a:schemeClr val="accent2">
              <a:hueOff val="-5339000"/>
              <a:satOff val="23559"/>
              <a:lumOff val="-399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401166-C175-4AC9-BB79-54894A914EF8}">
      <dsp:nvSpPr>
        <dsp:cNvPr id="0" name=""/>
        <dsp:cNvSpPr/>
      </dsp:nvSpPr>
      <dsp:spPr>
        <a:xfrm>
          <a:off x="0" y="3261224"/>
          <a:ext cx="4386467" cy="407354"/>
        </a:xfrm>
        <a:prstGeom prst="rect">
          <a:avLst/>
        </a:prstGeom>
        <a:solidFill>
          <a:schemeClr val="accent6"/>
        </a:solidFill>
        <a:ln w="15875" cap="flat" cmpd="sng" algn="ctr">
          <a:solidFill>
            <a:schemeClr val="accent6">
              <a:shade val="15000"/>
            </a:schemeClr>
          </a:solidFill>
          <a:prstDash val="solid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Demonstration de </a:t>
          </a:r>
          <a:r>
            <a:rPr lang="en-GB" sz="2000" kern="1200" dirty="0" err="1"/>
            <a:t>l’application</a:t>
          </a:r>
          <a:r>
            <a:rPr lang="en-GB" sz="2000" kern="1200" dirty="0"/>
            <a:t>.</a:t>
          </a:r>
          <a:endParaRPr lang="en-US" sz="2000" kern="1200" dirty="0"/>
        </a:p>
      </dsp:txBody>
      <dsp:txXfrm>
        <a:off x="0" y="3261224"/>
        <a:ext cx="4386467" cy="407354"/>
      </dsp:txXfrm>
    </dsp:sp>
    <dsp:sp modelId="{4C216B7D-50ED-4D9C-A32B-02468DBB3949}">
      <dsp:nvSpPr>
        <dsp:cNvPr id="0" name=""/>
        <dsp:cNvSpPr/>
      </dsp:nvSpPr>
      <dsp:spPr>
        <a:xfrm>
          <a:off x="0" y="3668579"/>
          <a:ext cx="4386467" cy="0"/>
        </a:xfrm>
        <a:prstGeom prst="line">
          <a:avLst/>
        </a:prstGeom>
        <a:solidFill>
          <a:schemeClr val="accent2">
            <a:hueOff val="-6006375"/>
            <a:satOff val="26503"/>
            <a:lumOff val="-4492"/>
            <a:alphaOff val="0"/>
          </a:schemeClr>
        </a:solidFill>
        <a:ln w="15875" cap="flat" cmpd="sng" algn="ctr">
          <a:solidFill>
            <a:schemeClr val="accent2">
              <a:hueOff val="-6006375"/>
              <a:satOff val="26503"/>
              <a:lumOff val="-44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701951-0DB9-4889-876F-CF1DB2ADE3FB}">
      <dsp:nvSpPr>
        <dsp:cNvPr id="0" name=""/>
        <dsp:cNvSpPr/>
      </dsp:nvSpPr>
      <dsp:spPr>
        <a:xfrm>
          <a:off x="0" y="3668579"/>
          <a:ext cx="4386467" cy="407354"/>
        </a:xfrm>
        <a:prstGeom prst="rect">
          <a:avLst/>
        </a:prstGeom>
        <a:solidFill>
          <a:schemeClr val="accent6"/>
        </a:solidFill>
        <a:ln w="15875" cap="flat" cmpd="sng" algn="ctr">
          <a:solidFill>
            <a:schemeClr val="accent6">
              <a:shade val="15000"/>
            </a:schemeClr>
          </a:solidFill>
          <a:prstDash val="solid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Difficultes</a:t>
          </a:r>
          <a:r>
            <a:rPr lang="en-US" sz="2000" kern="1200" dirty="0"/>
            <a:t> rencontres.</a:t>
          </a:r>
        </a:p>
      </dsp:txBody>
      <dsp:txXfrm>
        <a:off x="0" y="3668579"/>
        <a:ext cx="4386467" cy="407354"/>
      </dsp:txXfrm>
    </dsp:sp>
    <dsp:sp modelId="{EBCEE8A8-D55A-432D-879B-53D47F90E486}">
      <dsp:nvSpPr>
        <dsp:cNvPr id="0" name=""/>
        <dsp:cNvSpPr/>
      </dsp:nvSpPr>
      <dsp:spPr>
        <a:xfrm>
          <a:off x="0" y="4075933"/>
          <a:ext cx="4386467" cy="0"/>
        </a:xfrm>
        <a:prstGeom prst="line">
          <a:avLst/>
        </a:prstGeom>
        <a:solidFill>
          <a:schemeClr val="accent2">
            <a:hueOff val="-6673750"/>
            <a:satOff val="29448"/>
            <a:lumOff val="-4991"/>
            <a:alphaOff val="0"/>
          </a:schemeClr>
        </a:solidFill>
        <a:ln w="15875" cap="flat" cmpd="sng" algn="ctr">
          <a:solidFill>
            <a:schemeClr val="accent2">
              <a:hueOff val="-6673750"/>
              <a:satOff val="29448"/>
              <a:lumOff val="-49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BBD41-8BD5-4720-A8DB-5C1AC2BED324}">
      <dsp:nvSpPr>
        <dsp:cNvPr id="0" name=""/>
        <dsp:cNvSpPr/>
      </dsp:nvSpPr>
      <dsp:spPr>
        <a:xfrm>
          <a:off x="0" y="4075933"/>
          <a:ext cx="4386467" cy="407354"/>
        </a:xfrm>
        <a:prstGeom prst="rect">
          <a:avLst/>
        </a:prstGeom>
        <a:solidFill>
          <a:schemeClr val="accent6"/>
        </a:solidFill>
        <a:ln w="15875" cap="flat" cmpd="sng" algn="ctr">
          <a:solidFill>
            <a:schemeClr val="accent6">
              <a:shade val="15000"/>
            </a:schemeClr>
          </a:solidFill>
          <a:prstDash val="solid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 err="1"/>
            <a:t>FPerspectives</a:t>
          </a:r>
          <a:r>
            <a:rPr lang="en-GB" sz="2000" kern="1200" dirty="0"/>
            <a:t> d’amelioration.</a:t>
          </a:r>
          <a:endParaRPr lang="en-US" sz="2000" kern="1200" dirty="0"/>
        </a:p>
      </dsp:txBody>
      <dsp:txXfrm>
        <a:off x="0" y="4075933"/>
        <a:ext cx="4386467" cy="407354"/>
      </dsp:txXfrm>
    </dsp:sp>
    <dsp:sp modelId="{0BB64F4B-305F-4B42-999E-B0384848F974}">
      <dsp:nvSpPr>
        <dsp:cNvPr id="0" name=""/>
        <dsp:cNvSpPr/>
      </dsp:nvSpPr>
      <dsp:spPr>
        <a:xfrm>
          <a:off x="0" y="4483288"/>
          <a:ext cx="4386467" cy="0"/>
        </a:xfrm>
        <a:prstGeom prst="line">
          <a:avLst/>
        </a:prstGeom>
        <a:solidFill>
          <a:schemeClr val="accent2">
            <a:hueOff val="-7341125"/>
            <a:satOff val="32393"/>
            <a:lumOff val="-5490"/>
            <a:alphaOff val="0"/>
          </a:schemeClr>
        </a:solidFill>
        <a:ln w="15875" cap="flat" cmpd="sng" algn="ctr">
          <a:solidFill>
            <a:schemeClr val="accent2">
              <a:hueOff val="-7341125"/>
              <a:satOff val="32393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868EE-3ACC-4D8A-9294-3E789F20FEAB}">
      <dsp:nvSpPr>
        <dsp:cNvPr id="0" name=""/>
        <dsp:cNvSpPr/>
      </dsp:nvSpPr>
      <dsp:spPr>
        <a:xfrm>
          <a:off x="0" y="4483288"/>
          <a:ext cx="4386467" cy="407354"/>
        </a:xfrm>
        <a:prstGeom prst="rect">
          <a:avLst/>
        </a:prstGeom>
        <a:solidFill>
          <a:schemeClr val="accent6"/>
        </a:solidFill>
        <a:ln w="15875" cap="flat" cmpd="sng" algn="ctr">
          <a:solidFill>
            <a:schemeClr val="accent6">
              <a:shade val="15000"/>
            </a:schemeClr>
          </a:solidFill>
          <a:prstDash val="solid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Conclusion.</a:t>
          </a:r>
        </a:p>
      </dsp:txBody>
      <dsp:txXfrm>
        <a:off x="0" y="4483288"/>
        <a:ext cx="4386467" cy="4073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587819-0938-43FD-A8B2-91D14AF304D9}">
      <dsp:nvSpPr>
        <dsp:cNvPr id="0" name=""/>
        <dsp:cNvSpPr/>
      </dsp:nvSpPr>
      <dsp:spPr>
        <a:xfrm>
          <a:off x="2625747" y="4221745"/>
          <a:ext cx="4615622" cy="0"/>
        </a:xfrm>
        <a:prstGeom prst="line">
          <a:avLst/>
        </a:pr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0501C8-FAEE-4621-9D6A-D8B286C8D59A}">
      <dsp:nvSpPr>
        <dsp:cNvPr id="0" name=""/>
        <dsp:cNvSpPr/>
      </dsp:nvSpPr>
      <dsp:spPr>
        <a:xfrm>
          <a:off x="2625747" y="3528009"/>
          <a:ext cx="3946989" cy="0"/>
        </a:xfrm>
        <a:prstGeom prst="line">
          <a:avLst/>
        </a:pr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A2E248-71CE-4A17-AE49-B3715D405BAD}">
      <dsp:nvSpPr>
        <dsp:cNvPr id="0" name=""/>
        <dsp:cNvSpPr/>
      </dsp:nvSpPr>
      <dsp:spPr>
        <a:xfrm>
          <a:off x="2625747" y="2715609"/>
          <a:ext cx="3582778" cy="0"/>
        </a:xfrm>
        <a:prstGeom prst="line">
          <a:avLst/>
        </a:pr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A737BD-8475-4E30-85AB-C05679F863C7}">
      <dsp:nvSpPr>
        <dsp:cNvPr id="0" name=""/>
        <dsp:cNvSpPr/>
      </dsp:nvSpPr>
      <dsp:spPr>
        <a:xfrm>
          <a:off x="2625747" y="1848439"/>
          <a:ext cx="3582778" cy="0"/>
        </a:xfrm>
        <a:prstGeom prst="line">
          <a:avLst/>
        </a:pr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BAA32D-DF66-47E7-B0B2-17B71B9D0185}">
      <dsp:nvSpPr>
        <dsp:cNvPr id="0" name=""/>
        <dsp:cNvSpPr/>
      </dsp:nvSpPr>
      <dsp:spPr>
        <a:xfrm>
          <a:off x="2625747" y="1036039"/>
          <a:ext cx="3946989" cy="0"/>
        </a:xfrm>
        <a:prstGeom prst="line">
          <a:avLst/>
        </a:pr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C9BCEA-8A85-477D-AEF6-162C5B418D5A}">
      <dsp:nvSpPr>
        <dsp:cNvPr id="0" name=""/>
        <dsp:cNvSpPr/>
      </dsp:nvSpPr>
      <dsp:spPr>
        <a:xfrm>
          <a:off x="2625747" y="342303"/>
          <a:ext cx="4615622" cy="0"/>
        </a:xfrm>
        <a:prstGeom prst="line">
          <a:avLst/>
        </a:pr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9C4BBE-6468-4635-A46C-D63E89D330E5}">
      <dsp:nvSpPr>
        <dsp:cNvPr id="0" name=""/>
        <dsp:cNvSpPr/>
      </dsp:nvSpPr>
      <dsp:spPr>
        <a:xfrm>
          <a:off x="343722" y="0"/>
          <a:ext cx="4564049" cy="4564049"/>
        </a:xfrm>
        <a:prstGeom prst="ellipse">
          <a:avLst/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655230-7E76-4CC5-B4A3-C9CF3265F669}">
      <dsp:nvSpPr>
        <dsp:cNvPr id="0" name=""/>
        <dsp:cNvSpPr/>
      </dsp:nvSpPr>
      <dsp:spPr>
        <a:xfrm>
          <a:off x="1095556" y="1366940"/>
          <a:ext cx="2920991" cy="1506136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Développer une application web moderne de réservation et gestion de voyages appelée Fly Aura.</a:t>
          </a:r>
          <a:endParaRPr lang="en-GB" sz="28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095556" y="1366940"/>
        <a:ext cx="2920991" cy="1506136"/>
      </dsp:txXfrm>
    </dsp:sp>
    <dsp:sp modelId="{86FAA409-649B-4039-80B2-84A0900BBBD8}">
      <dsp:nvSpPr>
        <dsp:cNvPr id="0" name=""/>
        <dsp:cNvSpPr/>
      </dsp:nvSpPr>
      <dsp:spPr>
        <a:xfrm>
          <a:off x="6899066" y="0"/>
          <a:ext cx="684607" cy="684607"/>
        </a:xfrm>
        <a:prstGeom prst="ellipse">
          <a:avLst/>
        </a:prstGeom>
        <a:solidFill>
          <a:schemeClr val="accent5">
            <a:tint val="50000"/>
            <a:hueOff val="3568"/>
            <a:satOff val="-4094"/>
            <a:lumOff val="174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81D5E8-E10C-4D69-83F7-054CBE891EFE}">
      <dsp:nvSpPr>
        <dsp:cNvPr id="0" name=""/>
        <dsp:cNvSpPr/>
      </dsp:nvSpPr>
      <dsp:spPr>
        <a:xfrm>
          <a:off x="7583673" y="0"/>
          <a:ext cx="3389079" cy="684607"/>
        </a:xfrm>
        <a:prstGeom prst="rect">
          <a:avLst/>
        </a:prstGeom>
        <a:gradFill rotWithShape="1">
          <a:gsLst>
            <a:gs pos="0">
              <a:schemeClr val="accent5">
                <a:tint val="83000"/>
                <a:satMod val="100000"/>
                <a:lumMod val="100000"/>
              </a:schemeClr>
            </a:gs>
            <a:gs pos="100000">
              <a:schemeClr val="accent5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5"/>
          </a:solidFill>
          <a:prstDash val="solid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02870" tIns="0" rIns="10287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Inscription et connexion des utilisateurs</a:t>
          </a:r>
          <a:endParaRPr lang="en-GB" sz="2700" kern="1200" dirty="0"/>
        </a:p>
      </dsp:txBody>
      <dsp:txXfrm>
        <a:off x="7583673" y="0"/>
        <a:ext cx="3389079" cy="684607"/>
      </dsp:txXfrm>
    </dsp:sp>
    <dsp:sp modelId="{BE26A14F-917D-4F19-BC3F-A57690B49F10}">
      <dsp:nvSpPr>
        <dsp:cNvPr id="0" name=""/>
        <dsp:cNvSpPr/>
      </dsp:nvSpPr>
      <dsp:spPr>
        <a:xfrm>
          <a:off x="6230433" y="693735"/>
          <a:ext cx="684607" cy="684607"/>
        </a:xfrm>
        <a:prstGeom prst="ellipse">
          <a:avLst/>
        </a:prstGeom>
        <a:solidFill>
          <a:schemeClr val="accent5">
            <a:tint val="50000"/>
            <a:hueOff val="7136"/>
            <a:satOff val="-8189"/>
            <a:lumOff val="34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F9A9F2-2023-46C8-9FCC-549F483A0402}">
      <dsp:nvSpPr>
        <dsp:cNvPr id="0" name=""/>
        <dsp:cNvSpPr/>
      </dsp:nvSpPr>
      <dsp:spPr>
        <a:xfrm>
          <a:off x="6915040" y="693735"/>
          <a:ext cx="2963652" cy="684607"/>
        </a:xfrm>
        <a:prstGeom prst="rect">
          <a:avLst/>
        </a:prstGeom>
        <a:gradFill rotWithShape="1">
          <a:gsLst>
            <a:gs pos="0">
              <a:schemeClr val="accent5">
                <a:tint val="83000"/>
                <a:satMod val="100000"/>
                <a:lumMod val="100000"/>
              </a:schemeClr>
            </a:gs>
            <a:gs pos="100000">
              <a:schemeClr val="accent5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5"/>
          </a:solidFill>
          <a:prstDash val="solid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02870" tIns="0" rIns="10287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Consultation des voyages </a:t>
          </a:r>
          <a:r>
            <a:rPr lang="en-GB" sz="2700" kern="1200" dirty="0" err="1"/>
            <a:t>disponibles</a:t>
          </a:r>
          <a:endParaRPr lang="en-GB" sz="2700" kern="1200" dirty="0"/>
        </a:p>
      </dsp:txBody>
      <dsp:txXfrm>
        <a:off x="6915040" y="693735"/>
        <a:ext cx="2963652" cy="684607"/>
      </dsp:txXfrm>
    </dsp:sp>
    <dsp:sp modelId="{A57498F7-2110-4DA1-8E2A-7E590A879763}">
      <dsp:nvSpPr>
        <dsp:cNvPr id="0" name=""/>
        <dsp:cNvSpPr/>
      </dsp:nvSpPr>
      <dsp:spPr>
        <a:xfrm>
          <a:off x="5866221" y="1506136"/>
          <a:ext cx="684607" cy="684607"/>
        </a:xfrm>
        <a:prstGeom prst="ellipse">
          <a:avLst/>
        </a:prstGeom>
        <a:solidFill>
          <a:schemeClr val="accent5">
            <a:tint val="50000"/>
            <a:hueOff val="10703"/>
            <a:satOff val="-12283"/>
            <a:lumOff val="522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DE965-7AC1-4F64-9F1A-A07BD5812D9F}">
      <dsp:nvSpPr>
        <dsp:cNvPr id="0" name=""/>
        <dsp:cNvSpPr/>
      </dsp:nvSpPr>
      <dsp:spPr>
        <a:xfrm>
          <a:off x="6550829" y="1506136"/>
          <a:ext cx="2002595" cy="684607"/>
        </a:xfrm>
        <a:prstGeom prst="rect">
          <a:avLst/>
        </a:prstGeom>
        <a:gradFill rotWithShape="1">
          <a:gsLst>
            <a:gs pos="0">
              <a:schemeClr val="accent5">
                <a:tint val="83000"/>
                <a:satMod val="100000"/>
                <a:lumMod val="100000"/>
              </a:schemeClr>
            </a:gs>
            <a:gs pos="100000">
              <a:schemeClr val="accent5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5"/>
          </a:solidFill>
          <a:prstDash val="solid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02870" tIns="0" rIns="10287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Réservation des voyages</a:t>
          </a:r>
        </a:p>
      </dsp:txBody>
      <dsp:txXfrm>
        <a:off x="6550829" y="1506136"/>
        <a:ext cx="2002595" cy="684607"/>
      </dsp:txXfrm>
    </dsp:sp>
    <dsp:sp modelId="{396D2D5A-305B-4808-8B44-0F541741D20C}">
      <dsp:nvSpPr>
        <dsp:cNvPr id="0" name=""/>
        <dsp:cNvSpPr/>
      </dsp:nvSpPr>
      <dsp:spPr>
        <a:xfrm>
          <a:off x="5866221" y="2373305"/>
          <a:ext cx="684607" cy="684607"/>
        </a:xfrm>
        <a:prstGeom prst="ellipse">
          <a:avLst/>
        </a:prstGeom>
        <a:solidFill>
          <a:schemeClr val="accent5">
            <a:tint val="50000"/>
            <a:hueOff val="14271"/>
            <a:satOff val="-16377"/>
            <a:lumOff val="69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A91249-691F-43F4-AC40-3587F259AFE5}">
      <dsp:nvSpPr>
        <dsp:cNvPr id="0" name=""/>
        <dsp:cNvSpPr/>
      </dsp:nvSpPr>
      <dsp:spPr>
        <a:xfrm>
          <a:off x="6550829" y="2373305"/>
          <a:ext cx="4514047" cy="684607"/>
        </a:xfrm>
        <a:prstGeom prst="rect">
          <a:avLst/>
        </a:prstGeom>
        <a:gradFill rotWithShape="1">
          <a:gsLst>
            <a:gs pos="0">
              <a:schemeClr val="accent5">
                <a:tint val="83000"/>
                <a:satMod val="100000"/>
                <a:lumMod val="100000"/>
              </a:schemeClr>
            </a:gs>
            <a:gs pos="100000">
              <a:schemeClr val="accent5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5"/>
          </a:solidFill>
          <a:prstDash val="solid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02870" tIns="0" rIns="10287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Gestion des places </a:t>
          </a:r>
          <a:r>
            <a:rPr lang="en-GB" sz="2700" kern="1200" dirty="0" err="1"/>
            <a:t>disponibles</a:t>
          </a:r>
          <a:r>
            <a:rPr lang="en-GB" sz="2700" kern="1200" dirty="0"/>
            <a:t> et </a:t>
          </a:r>
          <a:r>
            <a:rPr lang="en-GB" sz="2700" kern="1200" dirty="0" err="1"/>
            <a:t>paiement</a:t>
          </a:r>
          <a:r>
            <a:rPr lang="en-GB" sz="2700" kern="1200" dirty="0"/>
            <a:t> </a:t>
          </a:r>
          <a:r>
            <a:rPr lang="en-GB" sz="2700" kern="1200" dirty="0" err="1"/>
            <a:t>stimulé</a:t>
          </a:r>
          <a:r>
            <a:rPr lang="en-GB" sz="2700" kern="1200" dirty="0"/>
            <a:t>.</a:t>
          </a:r>
        </a:p>
      </dsp:txBody>
      <dsp:txXfrm>
        <a:off x="6550829" y="2373305"/>
        <a:ext cx="4514047" cy="684607"/>
      </dsp:txXfrm>
    </dsp:sp>
    <dsp:sp modelId="{A7397E7E-ADD6-4874-90B7-006362636AFA}">
      <dsp:nvSpPr>
        <dsp:cNvPr id="0" name=""/>
        <dsp:cNvSpPr/>
      </dsp:nvSpPr>
      <dsp:spPr>
        <a:xfrm>
          <a:off x="6230433" y="3185706"/>
          <a:ext cx="684607" cy="684607"/>
        </a:xfrm>
        <a:prstGeom prst="ellipse">
          <a:avLst/>
        </a:prstGeom>
        <a:solidFill>
          <a:schemeClr val="accent5">
            <a:tint val="50000"/>
            <a:hueOff val="17839"/>
            <a:satOff val="-20472"/>
            <a:lumOff val="870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E3D1D0-AE50-43A9-9038-5A828C888A38}">
      <dsp:nvSpPr>
        <dsp:cNvPr id="0" name=""/>
        <dsp:cNvSpPr/>
      </dsp:nvSpPr>
      <dsp:spPr>
        <a:xfrm>
          <a:off x="6915040" y="3185706"/>
          <a:ext cx="4201054" cy="684607"/>
        </a:xfrm>
        <a:prstGeom prst="rect">
          <a:avLst/>
        </a:prstGeom>
        <a:gradFill rotWithShape="1">
          <a:gsLst>
            <a:gs pos="0">
              <a:schemeClr val="accent5">
                <a:tint val="83000"/>
                <a:satMod val="100000"/>
                <a:lumMod val="100000"/>
              </a:schemeClr>
            </a:gs>
            <a:gs pos="100000">
              <a:schemeClr val="accent5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5"/>
          </a:solidFill>
          <a:prstDash val="solid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02870" tIns="0" rIns="10287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 err="1"/>
            <a:t>Génération</a:t>
          </a:r>
          <a:r>
            <a:rPr lang="en-GB" sz="2700" kern="1200" dirty="0"/>
            <a:t> des factures PDF et notifications </a:t>
          </a:r>
          <a:r>
            <a:rPr lang="en-GB" sz="2700" kern="1200" dirty="0" err="1"/>
            <a:t>automatiques</a:t>
          </a:r>
          <a:endParaRPr lang="en-GB" sz="2700" kern="1200" dirty="0"/>
        </a:p>
      </dsp:txBody>
      <dsp:txXfrm>
        <a:off x="6915040" y="3185706"/>
        <a:ext cx="4201054" cy="684607"/>
      </dsp:txXfrm>
    </dsp:sp>
    <dsp:sp modelId="{FE185A6B-D93F-45E5-B527-106441A0BAF5}">
      <dsp:nvSpPr>
        <dsp:cNvPr id="0" name=""/>
        <dsp:cNvSpPr/>
      </dsp:nvSpPr>
      <dsp:spPr>
        <a:xfrm>
          <a:off x="6899066" y="3879441"/>
          <a:ext cx="684607" cy="684607"/>
        </a:xfrm>
        <a:prstGeom prst="ellipse">
          <a:avLst/>
        </a:prstGeom>
        <a:solidFill>
          <a:schemeClr val="accent5">
            <a:tint val="50000"/>
            <a:hueOff val="21407"/>
            <a:satOff val="-24566"/>
            <a:lumOff val="104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434DE6-BDB4-450D-BFBC-10079A35AB17}">
      <dsp:nvSpPr>
        <dsp:cNvPr id="0" name=""/>
        <dsp:cNvSpPr/>
      </dsp:nvSpPr>
      <dsp:spPr>
        <a:xfrm>
          <a:off x="7583673" y="3879441"/>
          <a:ext cx="2795661" cy="684607"/>
        </a:xfrm>
        <a:prstGeom prst="rect">
          <a:avLst/>
        </a:prstGeom>
        <a:gradFill rotWithShape="1">
          <a:gsLst>
            <a:gs pos="0">
              <a:schemeClr val="accent5">
                <a:tint val="83000"/>
                <a:satMod val="100000"/>
                <a:lumMod val="100000"/>
              </a:schemeClr>
            </a:gs>
            <a:gs pos="100000">
              <a:schemeClr val="accent5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5"/>
          </a:solidFill>
          <a:prstDash val="solid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02870" tIns="0" rIns="10287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Interface moderne et responsive</a:t>
          </a:r>
        </a:p>
      </dsp:txBody>
      <dsp:txXfrm>
        <a:off x="7583673" y="3879441"/>
        <a:ext cx="2795661" cy="6846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84E356-97FE-447F-B960-C86248A0432C}">
      <dsp:nvSpPr>
        <dsp:cNvPr id="0" name=""/>
        <dsp:cNvSpPr/>
      </dsp:nvSpPr>
      <dsp:spPr>
        <a:xfrm>
          <a:off x="0" y="36934"/>
          <a:ext cx="3037581" cy="18225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Intégration d’un système de paiement réel en ligne. </a:t>
          </a:r>
          <a:endParaRPr lang="en-US" sz="3100" kern="1200"/>
        </a:p>
      </dsp:txBody>
      <dsp:txXfrm>
        <a:off x="0" y="36934"/>
        <a:ext cx="3037581" cy="1822549"/>
      </dsp:txXfrm>
    </dsp:sp>
    <dsp:sp modelId="{A86D6E94-CAD8-487A-B1C8-FD948D35B146}">
      <dsp:nvSpPr>
        <dsp:cNvPr id="0" name=""/>
        <dsp:cNvSpPr/>
      </dsp:nvSpPr>
      <dsp:spPr>
        <a:xfrm>
          <a:off x="3341340" y="36934"/>
          <a:ext cx="3037581" cy="18225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Ajout des notifications par email. </a:t>
          </a:r>
          <a:endParaRPr lang="en-US" sz="3100" kern="1200"/>
        </a:p>
      </dsp:txBody>
      <dsp:txXfrm>
        <a:off x="3341340" y="36934"/>
        <a:ext cx="3037581" cy="1822549"/>
      </dsp:txXfrm>
    </dsp:sp>
    <dsp:sp modelId="{4946ECD5-3B1A-4854-AEE3-F95C403144D3}">
      <dsp:nvSpPr>
        <dsp:cNvPr id="0" name=""/>
        <dsp:cNvSpPr/>
      </dsp:nvSpPr>
      <dsp:spPr>
        <a:xfrm>
          <a:off x="6682680" y="36934"/>
          <a:ext cx="3037581" cy="182254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Développement d’une application mobile. </a:t>
          </a:r>
          <a:endParaRPr lang="en-US" sz="3100" kern="1200"/>
        </a:p>
      </dsp:txBody>
      <dsp:txXfrm>
        <a:off x="6682680" y="36934"/>
        <a:ext cx="3037581" cy="1822549"/>
      </dsp:txXfrm>
    </dsp:sp>
    <dsp:sp modelId="{CCA2C531-9E64-4698-9A91-FC96530FC74F}">
      <dsp:nvSpPr>
        <dsp:cNvPr id="0" name=""/>
        <dsp:cNvSpPr/>
      </dsp:nvSpPr>
      <dsp:spPr>
        <a:xfrm>
          <a:off x="0" y="2163241"/>
          <a:ext cx="3037581" cy="182254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Ajout d’un système d’avis et de commentaires. </a:t>
          </a:r>
          <a:endParaRPr lang="en-US" sz="3100" kern="1200"/>
        </a:p>
      </dsp:txBody>
      <dsp:txXfrm>
        <a:off x="0" y="2163241"/>
        <a:ext cx="3037581" cy="1822549"/>
      </dsp:txXfrm>
    </dsp:sp>
    <dsp:sp modelId="{978388CB-F5F1-46A3-ABE2-633C8A8B4BC0}">
      <dsp:nvSpPr>
        <dsp:cNvPr id="0" name=""/>
        <dsp:cNvSpPr/>
      </dsp:nvSpPr>
      <dsp:spPr>
        <a:xfrm>
          <a:off x="3341340" y="2163241"/>
          <a:ext cx="3037581" cy="182254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Intégration d’une carte interactive et géolocalisation. </a:t>
          </a:r>
          <a:endParaRPr lang="en-US" sz="3100" kern="1200"/>
        </a:p>
      </dsp:txBody>
      <dsp:txXfrm>
        <a:off x="3341340" y="2163241"/>
        <a:ext cx="3037581" cy="1822549"/>
      </dsp:txXfrm>
    </dsp:sp>
    <dsp:sp modelId="{CFF549DA-8DA8-4EC2-85C9-43C98EBFB4ED}">
      <dsp:nvSpPr>
        <dsp:cNvPr id="0" name=""/>
        <dsp:cNvSpPr/>
      </dsp:nvSpPr>
      <dsp:spPr>
        <a:xfrm>
          <a:off x="6682680" y="2163241"/>
          <a:ext cx="3037581" cy="18225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Amélioration de la sécurité et des performances du système. </a:t>
          </a:r>
          <a:endParaRPr lang="en-US" sz="3100" kern="1200"/>
        </a:p>
      </dsp:txBody>
      <dsp:txXfrm>
        <a:off x="6682680" y="2163241"/>
        <a:ext cx="3037581" cy="18225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4A5F68-58F3-4580-AF50-E967AA1B4639}">
      <dsp:nvSpPr>
        <dsp:cNvPr id="0" name=""/>
        <dsp:cNvSpPr/>
      </dsp:nvSpPr>
      <dsp:spPr>
        <a:xfrm>
          <a:off x="0" y="0"/>
          <a:ext cx="8262222" cy="18102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Ce projet nous a permis de développer une plateforme de gestion de voyages complète en utilisant Django et MySQL.</a:t>
          </a:r>
          <a:br>
            <a:rPr lang="fr-FR" sz="2000" kern="1200"/>
          </a:br>
          <a:r>
            <a:rPr lang="fr-FR" sz="2000" kern="1200"/>
            <a:t>L’application offre plusieurs fonctionnalités telles que la gestion des utilisateurs, des réservations, des paiements simulés et des voyages organisés.</a:t>
          </a:r>
          <a:endParaRPr lang="en-US" sz="2000" kern="1200"/>
        </a:p>
      </dsp:txBody>
      <dsp:txXfrm>
        <a:off x="53020" y="53020"/>
        <a:ext cx="6391212" cy="1704186"/>
      </dsp:txXfrm>
    </dsp:sp>
    <dsp:sp modelId="{5A30B900-AD90-4124-BE85-3DFECE664757}">
      <dsp:nvSpPr>
        <dsp:cNvPr id="0" name=""/>
        <dsp:cNvSpPr/>
      </dsp:nvSpPr>
      <dsp:spPr>
        <a:xfrm>
          <a:off x="1458039" y="2212498"/>
          <a:ext cx="8262222" cy="18102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Ce projet nous a également permis de renforcer nos compétences en développement web, en modélisation UML et en gestion de bases de données.</a:t>
          </a:r>
          <a:endParaRPr lang="en-US" sz="2000" kern="1200"/>
        </a:p>
      </dsp:txBody>
      <dsp:txXfrm>
        <a:off x="1511059" y="2265518"/>
        <a:ext cx="5521496" cy="1704186"/>
      </dsp:txXfrm>
    </dsp:sp>
    <dsp:sp modelId="{4F082542-3DE4-4324-A3BC-05AD4309AE98}">
      <dsp:nvSpPr>
        <dsp:cNvPr id="0" name=""/>
        <dsp:cNvSpPr/>
      </dsp:nvSpPr>
      <dsp:spPr>
        <a:xfrm>
          <a:off x="7085575" y="1423038"/>
          <a:ext cx="1176647" cy="117664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350321" y="1423038"/>
        <a:ext cx="647155" cy="8854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061595-59EE-46FE-9AD4-893BD3CF30D8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6E22B-85CA-45C7-86A8-A17C38B96A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007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730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960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391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19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43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Sample Footer Text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227106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82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873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63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Sample Footer Text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489473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Sample Footer Text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438810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CF70A2-C0AD-4D28-B3EB-C43D221AD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EE984A-7865-4092-9DD1-FA065CFE1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8" name="Picture 7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3B8F172B-7E78-455D-98E3-82DF61843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9" name="Picture 8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F50D9895-086D-4E52-B2BB-4B8D7993E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441336E-0F59-4E8E-A2B5-D62EDA718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3457" y="739600"/>
            <a:ext cx="10768226" cy="53909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7B873BD-A26D-4CB5-BED3-D95C908B8B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0" y="1066800"/>
            <a:ext cx="5257800" cy="2833528"/>
          </a:xfrm>
        </p:spPr>
        <p:txBody>
          <a:bodyPr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4400" spc="120">
                <a:cs typeface="Posterama" panose="020B0504020200020000" pitchFamily="34" charset="0"/>
              </a:rPr>
              <a:t>Click to edit Master title style</a:t>
            </a:r>
            <a:endParaRPr lang="en-US" sz="4400" spc="120" dirty="0">
              <a:cs typeface="Posterama" panose="020B0504020200020000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F5E2EC6-688E-4202-BA23-F29BE1145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3599" y="4074784"/>
            <a:ext cx="5257799" cy="1640216"/>
          </a:xfrm>
        </p:spPr>
        <p:txBody>
          <a:bodyPr anchor="t"/>
          <a:lstStyle>
            <a:lvl1pPr marL="0" indent="0">
              <a:buNone/>
              <a:defRPr/>
            </a:lvl1pPr>
          </a:lstStyle>
          <a:p>
            <a:pPr algn="l">
              <a:lnSpc>
                <a:spcPct val="110000"/>
              </a:lnSpc>
            </a:pPr>
            <a:r>
              <a:rPr lang="en-GB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8709CFE-7328-4CEC-A7C8-D6C8B18D6C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3232" y="740664"/>
            <a:ext cx="4745736" cy="5394960"/>
          </a:xfrm>
          <a:solidFill>
            <a:schemeClr val="accent6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180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A7506A-23D3-4E50-B632-7D75C652F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82A1112-7DAD-487B-84EF-9F2B9F4A6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8" name="Picture 7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52E39B3F-C08C-424B-908B-8A3E017C6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9" name="Picture 8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80050DD2-3323-4041-91C6-8BFA52F38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FA34E2F-6A4E-4CFF-ACA1-994BA9CED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4276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8B9C0BE-DE84-42B6-9610-684AC81E5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4953000" cy="21305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pc="120">
                <a:cs typeface="Posterama" panose="020B0504020200020000" pitchFamily="34" charset="0"/>
              </a:rPr>
              <a:t>Click to edit Master title style</a:t>
            </a:r>
            <a:endParaRPr lang="en-US" spc="120" dirty="0">
              <a:cs typeface="Posterama" panose="020B0504020200020000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95C06E1-E8B8-4F7A-8EB7-E594AFEE6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3352800"/>
            <a:ext cx="4953000" cy="2514600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>
              <a:lnSpc>
                <a:spcPct val="110000"/>
              </a:lnSpc>
            </a:pPr>
            <a:r>
              <a:rPr lang="en-GB" sz="180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340614F-452E-4022-B834-FFDC63466D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4848" y="813816"/>
            <a:ext cx="4617720" cy="2551176"/>
          </a:xfrm>
          <a:solidFill>
            <a:schemeClr val="accent6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C9F0368A-AE83-428C-ABF7-694386AB62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84848" y="3465576"/>
            <a:ext cx="4617720" cy="2551176"/>
          </a:xfrm>
          <a:solidFill>
            <a:schemeClr val="accent6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763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9FC3DD-D5CF-4D3A-AD62-2D9AD0EA2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A543720-E70E-42D7-9835-39FDFE40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77000" y="0"/>
            <a:ext cx="5711952" cy="5071492"/>
            <a:chOff x="4464881" y="0"/>
            <a:chExt cx="7724071" cy="6858000"/>
          </a:xfrm>
        </p:grpSpPr>
        <p:pic>
          <p:nvPicPr>
            <p:cNvPr id="8" name="Picture 7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7D5BA9D0-B4FD-4CD7-8F18-76506E972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9" name="Picture 8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7D2067D9-0848-4BAA-996E-BE1236E04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1B87D7AA-E59B-441F-B5EC-E9828C1ED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3876" y="304801"/>
            <a:ext cx="9601200" cy="2301875"/>
          </a:xfrm>
        </p:spPr>
        <p:txBody>
          <a:bodyPr anchor="b">
            <a:normAutofit/>
          </a:bodyPr>
          <a:lstStyle>
            <a:lvl1pPr algn="ctr">
              <a:defRPr/>
            </a:lvl1pPr>
          </a:lstStyle>
          <a:p>
            <a:pPr>
              <a:lnSpc>
                <a:spcPct val="100000"/>
              </a:lnSpc>
            </a:pPr>
            <a:r>
              <a:rPr lang="en-GB" sz="4400" spc="120">
                <a:cs typeface="Posterama" panose="020B0504020200020000" pitchFamily="34" charset="0"/>
              </a:rPr>
              <a:t>Click to edit Master title style</a:t>
            </a:r>
            <a:endParaRPr lang="en-US" sz="4400" spc="120" dirty="0">
              <a:cs typeface="Posterama" panose="020B0504020200020000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0806D6C-F8DC-4FFA-9381-5620B7391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976" y="2743201"/>
            <a:ext cx="8763001" cy="9144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pPr>
              <a:lnSpc>
                <a:spcPct val="110000"/>
              </a:lnSpc>
            </a:pPr>
            <a:r>
              <a:rPr lang="en-GB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5095252-A020-4AA1-9BB3-013288AE3F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886200"/>
            <a:ext cx="4059936" cy="2971800"/>
          </a:xfrm>
          <a:solidFill>
            <a:schemeClr val="accent6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7FBAD15-0D00-46EC-B530-EF6195F42D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50792" y="3886200"/>
            <a:ext cx="4087368" cy="2971800"/>
          </a:xfrm>
          <a:solidFill>
            <a:schemeClr val="accent6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0F93F034-901D-43B1-89E9-6291A86787F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32064" y="3886200"/>
            <a:ext cx="4059936" cy="2971800"/>
          </a:xfrm>
          <a:solidFill>
            <a:schemeClr val="accent6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386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62BDFDF-C29B-490D-B7E4-913596711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733B2E6-29D0-4249-A0A5-82013CE16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8" name="Picture 7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13AED3CD-2B31-49BC-BC04-850E0AD36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9" name="Picture 8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D5FE2C96-BB8F-4A14-88E4-C871D91E2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F2C506E-3A15-4D88-8C7E-AE65D21F1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52D6351-AB6F-490B-97F2-D51C1478A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1223" y="1066800"/>
            <a:ext cx="5367527" cy="2833528"/>
          </a:xfrm>
        </p:spPr>
        <p:txBody>
          <a:bodyPr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4400" spc="120">
                <a:cs typeface="Posterama" panose="020B0504020200020000" pitchFamily="34" charset="0"/>
              </a:rPr>
              <a:t>Click to edit Master title style</a:t>
            </a:r>
            <a:endParaRPr lang="en-US" sz="4400" spc="120" dirty="0">
              <a:cs typeface="Posterama" panose="020B0504020200020000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F760311-9637-47CC-B0E7-6C8C307C6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1223" y="4074784"/>
            <a:ext cx="5367526" cy="1640216"/>
          </a:xfrm>
        </p:spPr>
        <p:txBody>
          <a:bodyPr anchor="t"/>
          <a:lstStyle>
            <a:lvl1pPr marL="0" indent="0">
              <a:buNone/>
              <a:defRPr/>
            </a:lvl1pPr>
          </a:lstStyle>
          <a:p>
            <a:pPr algn="l">
              <a:lnSpc>
                <a:spcPct val="110000"/>
              </a:lnSpc>
            </a:pPr>
            <a:r>
              <a:rPr lang="en-GB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9734E01-4E64-484E-9728-EF69422CB1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3448" y="1014984"/>
            <a:ext cx="4123944" cy="2322576"/>
          </a:xfrm>
          <a:solidFill>
            <a:schemeClr val="accent6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7CA897AB-A280-4B5A-BEF5-C5D11D6535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13448" y="3511296"/>
            <a:ext cx="4123944" cy="2322576"/>
          </a:xfrm>
          <a:solidFill>
            <a:schemeClr val="accent6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208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329184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3291840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361" y="1752600"/>
            <a:ext cx="329184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361" y="2666999"/>
            <a:ext cx="3291840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7999667-FDE9-4EC7-9EF8-E64C5DA4B1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1466" y="1757319"/>
            <a:ext cx="329184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4466FB3-35A6-4045-8C46-5F6399D7B4C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466" y="2671718"/>
            <a:ext cx="3291840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422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E62CE4B-3BFB-4501-B59A-0ED68CF6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F608493-BDCD-43BD-A3CC-24E750276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192"/>
            <a:ext cx="4524956" cy="21305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pc="120">
                <a:cs typeface="Posterama" panose="020B0504020200020000" pitchFamily="34" charset="0"/>
              </a:rPr>
              <a:t>Click to edit Master title style</a:t>
            </a:r>
            <a:endParaRPr lang="en-US" spc="120" dirty="0">
              <a:cs typeface="Posterama" panose="020B0504020200020000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3B9F353-002B-4A4D-A316-70D952EDA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7297"/>
            <a:ext cx="4524664" cy="3412969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>
              <a:lnSpc>
                <a:spcPct val="110000"/>
              </a:lnSpc>
            </a:pPr>
            <a:r>
              <a:rPr lang="en-GB" sz="1800"/>
              <a:t>Click to edit Master text styles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890B2B-FFC6-4C7C-A617-67144F1E3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255" y="0"/>
            <a:ext cx="5115697" cy="6858000"/>
          </a:xfrm>
          <a:prstGeom prst="rect">
            <a:avLst/>
          </a:prstGeom>
        </p:spPr>
      </p:pic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CD8768C-8806-4DE0-82CC-275A2EC6D4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79592" y="740664"/>
            <a:ext cx="2798762" cy="2606040"/>
          </a:xfrm>
          <a:solidFill>
            <a:schemeClr val="accent6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68CB9DF9-86EB-48CF-B212-F2B290C56F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78824" y="740664"/>
            <a:ext cx="2798762" cy="2606040"/>
          </a:xfrm>
          <a:solidFill>
            <a:schemeClr val="accent6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554B2207-3993-41B6-AF63-EBB48DACAB8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79592" y="3529584"/>
            <a:ext cx="2798762" cy="2606040"/>
          </a:xfrm>
          <a:solidFill>
            <a:schemeClr val="accent6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DE0340D8-BC7E-4431-A7A7-8D634C8A19F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69680" y="3529584"/>
            <a:ext cx="2798762" cy="2606040"/>
          </a:xfrm>
          <a:solidFill>
            <a:schemeClr val="accent6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2374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7F5322-A9D1-4D98-A1BC-9178604AB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70C34FA-2551-4FBC-8628-350654823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394623"/>
            <a:ext cx="5996619" cy="2131033"/>
          </a:xfrm>
        </p:spPr>
        <p:txBody>
          <a:bodyPr anchor="ctr">
            <a:normAutofit/>
          </a:bodyPr>
          <a:lstStyle/>
          <a:p>
            <a:pPr algn="l"/>
            <a:r>
              <a:rPr lang="en-GB" sz="4400">
                <a:cs typeface="Posterama" panose="020B0504020200020000" pitchFamily="34" charset="0"/>
              </a:rPr>
              <a:t>Click to edit Master title style</a:t>
            </a:r>
            <a:endParaRPr lang="en-US" sz="4400" dirty="0">
              <a:cs typeface="Posterama" panose="020B0504020200020000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58CD79-85EA-4D75-A743-D3DB777D1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8194385" y="20961"/>
            <a:ext cx="3997615" cy="6816079"/>
            <a:chOff x="8059620" y="41922"/>
            <a:chExt cx="3997615" cy="6816077"/>
          </a:xfrm>
        </p:grpSpPr>
        <p:pic>
          <p:nvPicPr>
            <p:cNvPr id="9" name="Picture 8" descr="A picture containing sitting, dark, front, cat&#10;&#10;Description automatically generated">
              <a:extLst>
                <a:ext uri="{FF2B5EF4-FFF2-40B4-BE49-F238E27FC236}">
                  <a16:creationId xmlns:a16="http://schemas.microsoft.com/office/drawing/2014/main" id="{50D423CE-750A-48C7-B236-F510652FED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10" name="Picture 9" descr="A picture containing sitting, dark, front, cat&#10;&#10;Description automatically generated">
              <a:extLst>
                <a:ext uri="{FF2B5EF4-FFF2-40B4-BE49-F238E27FC236}">
                  <a16:creationId xmlns:a16="http://schemas.microsoft.com/office/drawing/2014/main" id="{F198B21E-DBB4-4FAF-85E2-0929E6BFC0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AD9BB445-59C3-4B51-9237-1F7AC9B09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5429" y="381000"/>
            <a:ext cx="3997745" cy="2133600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algn="l">
              <a:lnSpc>
                <a:spcPct val="110000"/>
              </a:lnSpc>
            </a:pPr>
            <a:r>
              <a:rPr lang="en-GB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69566B9-A8AF-4476-A32A-4AEFC46430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3816" y="2670048"/>
            <a:ext cx="5175504" cy="3639312"/>
          </a:xfrm>
          <a:solidFill>
            <a:schemeClr val="accent6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10391AAE-35A8-4BEC-BF35-22153B1436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90488" y="2670048"/>
            <a:ext cx="5175504" cy="3639312"/>
          </a:xfrm>
          <a:solidFill>
            <a:schemeClr val="accent6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0035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253A4E8-5A11-4C9C-8FC8-9D78AB5D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7" name="Picture 6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77D633C1-4A46-44EA-B1E7-96EA9C44C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8" name="Picture 7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89667DF8-B73B-497B-95A4-5212EE667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3EA3C8E6-EF45-4F18-A0CB-F0527540D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192"/>
            <a:ext cx="4953000" cy="21305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pc="120">
                <a:cs typeface="Posterama" panose="020B0504020200020000" pitchFamily="34" charset="0"/>
              </a:rPr>
              <a:t>Click to edit Master title style</a:t>
            </a:r>
            <a:endParaRPr lang="en-US" spc="120" dirty="0">
              <a:cs typeface="Posterama" panose="020B0504020200020000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0CA1F7B-7E1E-4745-8E06-38C79906E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4912"/>
            <a:ext cx="4952681" cy="3410712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>
              <a:lnSpc>
                <a:spcPct val="110000"/>
              </a:lnSpc>
            </a:pPr>
            <a:r>
              <a:rPr lang="en-GB" sz="180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027CA11-7EE7-4C3B-AF4D-F50756E4EF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86600" y="568324"/>
            <a:ext cx="4727448" cy="5715000"/>
          </a:xfrm>
          <a:solidFill>
            <a:schemeClr val="accent6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269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Sample Footer Text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865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49" r:id="rId1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a%C3%A9ronefs-en-volant-ciel-voyage-2548083/" TargetMode="External"/><Relationship Id="rId7" Type="http://schemas.openxmlformats.org/officeDocument/2006/relationships/hyperlink" Target="https://voyagerdz.com/montreal-alger-les-options-de-voyage-avec-correspondance-cet-ete/" TargetMode="Externa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0.png"/><Relationship Id="rId5" Type="http://schemas.openxmlformats.org/officeDocument/2006/relationships/hyperlink" Target="https://pixabay.com/fr/monde-agence-voyage-vacances-461179/" TargetMode="External"/><Relationship Id="rId4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DDE03-5881-4143-92C0-900FD2200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4148" y="1415285"/>
            <a:ext cx="5257800" cy="1640216"/>
          </a:xfrm>
        </p:spPr>
        <p:txBody>
          <a:bodyPr anchor="b">
            <a:normAutofit/>
          </a:bodyPr>
          <a:lstStyle/>
          <a:p>
            <a:r>
              <a:rPr lang="en-GB" b="1"/>
              <a:t>Réservation</a:t>
            </a:r>
            <a:r>
              <a:rPr lang="en-US" b="1"/>
              <a:t> et gestion de voyages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26D00-6671-49B9-B158-E8FE9A3057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 fontScale="70000" lnSpcReduction="20000"/>
          </a:bodyPr>
          <a:lstStyle/>
          <a:p>
            <a:pPr>
              <a:lnSpc>
                <a:spcPct val="100000"/>
              </a:lnSpc>
            </a:pPr>
            <a:r>
              <a:rPr lang="en-GB" sz="1900" i="1"/>
              <a:t>Présentée par:</a:t>
            </a:r>
          </a:p>
          <a:p>
            <a:pPr>
              <a:lnSpc>
                <a:spcPct val="100000"/>
              </a:lnSpc>
            </a:pPr>
            <a:r>
              <a:rPr lang="en-GB" sz="1900" i="1"/>
              <a:t>Douaa Moussaid.</a:t>
            </a:r>
          </a:p>
          <a:p>
            <a:pPr>
              <a:lnSpc>
                <a:spcPct val="100000"/>
              </a:lnSpc>
            </a:pPr>
            <a:r>
              <a:rPr lang="en-GB" sz="1900" i="1"/>
              <a:t>Houda Abdessamad.</a:t>
            </a:r>
          </a:p>
          <a:p>
            <a:pPr>
              <a:lnSpc>
                <a:spcPct val="100000"/>
              </a:lnSpc>
            </a:pPr>
            <a:r>
              <a:rPr lang="en-GB" sz="1900" i="1"/>
              <a:t>Hind Fadeleddine .</a:t>
            </a:r>
          </a:p>
          <a:p>
            <a:pPr algn="r">
              <a:lnSpc>
                <a:spcPct val="100000"/>
              </a:lnSpc>
            </a:pPr>
            <a:r>
              <a:rPr lang="fr-FR" sz="2000" b="1" i="1"/>
              <a:t>Encadré par : Mr Abouabid</a:t>
            </a:r>
            <a:endParaRPr lang="en-US" sz="1900" b="1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9F8127-CF11-1F9F-E4FF-4ED56DB666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83" r="24037" b="2"/>
          <a:stretch>
            <a:fillRect/>
          </a:stretch>
        </p:blipFill>
        <p:spPr>
          <a:xfrm>
            <a:off x="713232" y="740664"/>
            <a:ext cx="4745736" cy="53949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3229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4F4AF38-8AAD-4B65-9274-0033CABC4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95BB7C9-365A-47FF-90E1-6016251BB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589" y="694116"/>
            <a:ext cx="3133581" cy="6788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 cap="all" spc="1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Agenda</a:t>
            </a:r>
            <a:endParaRPr lang="en-US" sz="4000" kern="1200" cap="all" spc="100" baseline="0" dirty="0">
              <a:solidFill>
                <a:schemeClr val="tx1">
                  <a:lumMod val="90000"/>
                  <a:lumOff val="1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FF2C5C-3AE9-A0BD-097C-016D3F089C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050"/>
          <a:stretch>
            <a:fillRect/>
          </a:stretch>
        </p:blipFill>
        <p:spPr>
          <a:xfrm>
            <a:off x="5078895" y="692757"/>
            <a:ext cx="6420677" cy="547248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688BC-7E88-411A-A72F-BA96A981D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4" y="6470704"/>
            <a:ext cx="973666" cy="274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3B850FF-6169-4056-8077-06FFA93A5366}" type="slidenum">
              <a:rPr lang="en-US"/>
              <a:pPr defTabSz="914400"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22" name="Content Placeholder 18">
            <a:extLst>
              <a:ext uri="{FF2B5EF4-FFF2-40B4-BE49-F238E27FC236}">
                <a16:creationId xmlns:a16="http://schemas.microsoft.com/office/drawing/2014/main" id="{E0B9EE5B-765C-FA54-FDF7-310575B723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4782738"/>
              </p:ext>
            </p:extLst>
          </p:nvPr>
        </p:nvGraphicFramePr>
        <p:xfrm>
          <a:off x="692428" y="1272210"/>
          <a:ext cx="4386467" cy="4893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05158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réparer un long voyage : astuces pour en profiter pleinement">
            <a:extLst>
              <a:ext uri="{FF2B5EF4-FFF2-40B4-BE49-F238E27FC236}">
                <a16:creationId xmlns:a16="http://schemas.microsoft.com/office/drawing/2014/main" id="{FDDC7426-06E1-F18F-FFA0-1210F5F18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05" r="-1" b="4803"/>
          <a:stretch>
            <a:fillRect/>
          </a:stretch>
        </p:blipFill>
        <p:spPr bwMode="auto">
          <a:xfrm>
            <a:off x="20" y="-1"/>
            <a:ext cx="1218893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71F5DD0-1F4C-45C4-8BEC-33AB4B47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684437" cy="5571066"/>
          </a:xfrm>
        </p:spPr>
        <p:txBody>
          <a:bodyPr>
            <a:normAutofit/>
          </a:bodyPr>
          <a:lstStyle/>
          <a:p>
            <a:pPr algn="r"/>
            <a:r>
              <a:rPr lang="en-US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A5D41-8779-43E7-AC6F-3AFF24624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1371" y="643467"/>
            <a:ext cx="6574112" cy="5571066"/>
          </a:xfrm>
          <a:prstGeom prst="verticalScroll">
            <a:avLst/>
          </a:prstGeom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fr-FR"/>
              <a:t>Dans le cadre de ce projet, nous avons développé une application web nommée Fly Aura dédiée à la réservation et la gestion de voyages.</a:t>
            </a:r>
            <a:br>
              <a:rPr lang="fr-FR"/>
            </a:br>
            <a:r>
              <a:rPr lang="fr-FR"/>
              <a:t>Cette plateforme permet aux utilisateurs de consulter des destinations, réserver des voyages, effectuer des paiements et gérer leurs réservations en ligne.</a:t>
            </a:r>
            <a:br>
              <a:rPr lang="fr-FR"/>
            </a:br>
            <a:r>
              <a:rPr lang="fr-FR"/>
              <a:t>Le projet a été réalisé afin de mettre en pratique nos compétences en développement web avec Django, en gestion de base de données ainsi qu’en conception d’interfaces modernes et interactives.</a:t>
            </a:r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C9377D1-46E2-64B1-8F94-878CBE070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1BC8-8853-41B4-91F9-DD94F7939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68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6424-35BF-4DF1-BD71-2A332E958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4911" y="735496"/>
            <a:ext cx="9601200" cy="837511"/>
          </a:xfrm>
        </p:spPr>
        <p:txBody>
          <a:bodyPr/>
          <a:lstStyle/>
          <a:p>
            <a:r>
              <a:rPr lang="en-US" dirty="0" err="1"/>
              <a:t>Probl</a:t>
            </a:r>
            <a:r>
              <a:rPr lang="fr-FR" dirty="0"/>
              <a:t>é</a:t>
            </a:r>
            <a:r>
              <a:rPr lang="en-US" dirty="0"/>
              <a:t>matique</a:t>
            </a:r>
          </a:p>
        </p:txBody>
      </p:sp>
      <p:sp>
        <p:nvSpPr>
          <p:cNvPr id="15" name="Arrow: Striped Right 14">
            <a:extLst>
              <a:ext uri="{FF2B5EF4-FFF2-40B4-BE49-F238E27FC236}">
                <a16:creationId xmlns:a16="http://schemas.microsoft.com/office/drawing/2014/main" id="{DA3F36C6-4685-1392-052E-55AEB6603EBE}"/>
              </a:ext>
            </a:extLst>
          </p:cNvPr>
          <p:cNvSpPr/>
          <p:nvPr/>
        </p:nvSpPr>
        <p:spPr>
          <a:xfrm>
            <a:off x="823965" y="1292088"/>
            <a:ext cx="10963844" cy="4726876"/>
          </a:xfrm>
          <a:prstGeom prst="stripedRightArrow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Aujourd’hui, plusieurs utilisateurs rencontrent des difficultés pour réserver et gérer leurs voyages de manière simple et rapide.</a:t>
            </a:r>
            <a:b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Certaines plateformes sont complexes, peu intuitives ou ne proposent pas une gestion complète des réservations et paiements.</a:t>
            </a:r>
            <a:b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problème principal était donc de développer une plateforme moderne, sécurisée et facile à utiliser pour la réservation de voyages.</a:t>
            </a:r>
            <a:endParaRPr lang="en-GB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66736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13F50-80CA-DF43-EF97-FE7A0140E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Objectifs du projet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AC76B18-D7C7-8B0E-3BC7-439F81402B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3182016"/>
              </p:ext>
            </p:extLst>
          </p:nvPr>
        </p:nvGraphicFramePr>
        <p:xfrm>
          <a:off x="367748" y="1928190"/>
          <a:ext cx="11459817" cy="4564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AB26B-13AB-1C72-7262-769BB179A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587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63D0AE5-92A1-266A-ABEE-CA889D3B05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-16115" y="0"/>
            <a:ext cx="1220811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2B055-AAED-1782-0CD5-0D1B1C08E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867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4F4AF38-8AAD-4B65-9274-0033CABC4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7BB4790-9373-45EB-B7D9-55C91980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4431792" cy="14996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 cap="all" spc="10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Architecture de l’application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8D63CC-0189-3D5B-8080-8519BE22DD07}"/>
              </a:ext>
            </a:extLst>
          </p:cNvPr>
          <p:cNvSpPr txBox="1"/>
          <p:nvPr/>
        </p:nvSpPr>
        <p:spPr>
          <a:xfrm>
            <a:off x="1024128" y="2286000"/>
            <a:ext cx="4429615" cy="39319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</a:pPr>
            <a:r>
              <a:rPr lang="en-US" sz="2400" dirty="0"/>
              <a:t>L’application Fly Aura suit </a:t>
            </a:r>
            <a:r>
              <a:rPr lang="en-US" sz="2400" dirty="0" err="1"/>
              <a:t>l’architecture</a:t>
            </a:r>
            <a:r>
              <a:rPr lang="en-US" sz="2400" dirty="0"/>
              <a:t> MVT de Django.</a:t>
            </a:r>
            <a:br>
              <a:rPr lang="en-US" sz="2400" dirty="0"/>
            </a:br>
            <a:r>
              <a:rPr lang="en-US" sz="2400" dirty="0" err="1"/>
              <a:t>L’utilisateur</a:t>
            </a:r>
            <a:r>
              <a:rPr lang="en-US" sz="2400" dirty="0"/>
              <a:t> </a:t>
            </a:r>
            <a:r>
              <a:rPr lang="en-US" sz="2400" dirty="0" err="1"/>
              <a:t>interagit</a:t>
            </a:r>
            <a:r>
              <a:rPr lang="en-US" sz="2400" dirty="0"/>
              <a:t> avec </a:t>
            </a:r>
            <a:r>
              <a:rPr lang="en-US" sz="2400" dirty="0" err="1"/>
              <a:t>l’interface</a:t>
            </a:r>
            <a:r>
              <a:rPr lang="en-US" sz="2400" dirty="0"/>
              <a:t> web, les </a:t>
            </a:r>
            <a:r>
              <a:rPr lang="en-US" sz="2400" dirty="0" err="1"/>
              <a:t>requêtes</a:t>
            </a:r>
            <a:r>
              <a:rPr lang="en-US" sz="2400" dirty="0"/>
              <a:t> sont </a:t>
            </a:r>
            <a:r>
              <a:rPr lang="en-US" sz="2400" dirty="0" err="1"/>
              <a:t>traitées</a:t>
            </a:r>
            <a:r>
              <a:rPr lang="en-US" sz="2400" dirty="0"/>
              <a:t> par Django </a:t>
            </a:r>
            <a:r>
              <a:rPr lang="en-US" sz="2400" dirty="0" err="1"/>
              <a:t>puis</a:t>
            </a:r>
            <a:r>
              <a:rPr lang="en-US" sz="2400" dirty="0"/>
              <a:t> les données sont </a:t>
            </a:r>
            <a:r>
              <a:rPr lang="en-US" sz="2400" dirty="0" err="1"/>
              <a:t>stockées</a:t>
            </a:r>
            <a:r>
              <a:rPr lang="en-US" sz="2400" dirty="0"/>
              <a:t> et </a:t>
            </a:r>
            <a:r>
              <a:rPr lang="en-US" sz="2400" dirty="0" err="1"/>
              <a:t>récupérées</a:t>
            </a:r>
            <a:r>
              <a:rPr lang="en-US" sz="2400" dirty="0"/>
              <a:t> </a:t>
            </a:r>
            <a:r>
              <a:rPr lang="en-US" sz="2400" dirty="0" err="1"/>
              <a:t>depuis</a:t>
            </a:r>
            <a:r>
              <a:rPr lang="en-US" sz="2400" dirty="0"/>
              <a:t> la base de données MySQL.</a:t>
            </a: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441496A7-305B-E8EE-03B9-8DC0D48A7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5868" y="2029936"/>
            <a:ext cx="6176053" cy="322535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B87F6-DDB9-4203-B293-91A0DBC6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4" y="6470704"/>
            <a:ext cx="973666" cy="274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3B850FF-6169-4056-8077-06FFA93A5366}" type="slidenum">
              <a:rPr lang="en-US" smtClean="0"/>
              <a:pPr defTabSz="914400"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847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B717F82-1948-4BF5-B31E-F8E018DE4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60E54-314F-103C-D0DF-F99E17D03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59317"/>
            <a:ext cx="4389120" cy="1749552"/>
          </a:xfrm>
        </p:spPr>
        <p:txBody>
          <a:bodyPr>
            <a:normAutofit/>
          </a:bodyPr>
          <a:lstStyle/>
          <a:p>
            <a:r>
              <a:rPr lang="en-GB" sz="4400"/>
              <a:t>Base de données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7AAE15F-6D59-4252-8427-D134C0066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F0558-21A9-55F5-1076-3826347AA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688" y="2286000"/>
            <a:ext cx="5496336" cy="3931920"/>
          </a:xfrm>
        </p:spPr>
        <p:txBody>
          <a:bodyPr>
            <a:normAutofit/>
          </a:bodyPr>
          <a:lstStyle/>
          <a:p>
            <a:r>
              <a:rPr lang="fr-FR" sz="2800" dirty="0"/>
              <a:t>La base de données contient plusieurs tables principales comme les utilisateurs, les voyages, les réservations, les paiements et les notifications.</a:t>
            </a:r>
            <a:br>
              <a:rPr lang="fr-FR" sz="2800" dirty="0"/>
            </a:br>
            <a:r>
              <a:rPr lang="fr-FR" sz="2800" dirty="0"/>
              <a:t>Ces tables sont liées entre elles afin d’assurer le bon fonctionnement de l’application.</a:t>
            </a:r>
            <a:endParaRPr lang="en-GB" sz="2800" dirty="0"/>
          </a:p>
        </p:txBody>
      </p:sp>
      <p:pic>
        <p:nvPicPr>
          <p:cNvPr id="10" name="Graphic 9" descr="Chat">
            <a:extLst>
              <a:ext uri="{FF2B5EF4-FFF2-40B4-BE49-F238E27FC236}">
                <a16:creationId xmlns:a16="http://schemas.microsoft.com/office/drawing/2014/main" id="{6CCBE7FC-D86D-BCCC-F561-1ADA609CBD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56116" y="1342665"/>
            <a:ext cx="4175762" cy="41757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F0CB3-FFF1-0139-E138-19940BD2D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4" y="6470704"/>
            <a:ext cx="973666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67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E16C-EC10-772F-8DFF-EDF7AB142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GB" dirty="0"/>
              <a:t>Conception uml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9942E-8B2A-7B10-263D-C3C128653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r>
              <a:rPr lang="fr-FR" sz="2800" dirty="0"/>
              <a:t>Pour concevoir l’application </a:t>
            </a:r>
            <a:r>
              <a:rPr lang="fr-FR" sz="2800" b="1" dirty="0"/>
              <a:t>Fly Aura</a:t>
            </a:r>
            <a:r>
              <a:rPr lang="fr-FR" sz="2800" dirty="0"/>
              <a:t>, plusieurs diagrammes UML ont été réalisés afin de modéliser le fonctionnement du système, les interactions des utilisateurs et la structure des données avant le développement de l’application.</a:t>
            </a:r>
          </a:p>
          <a:p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5E77B-4026-D660-8A83-8CF27B96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4" y="6470704"/>
            <a:ext cx="973666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86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8F8A70D-2205-DAEE-79B7-7B4D43D2A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6627" y="793820"/>
            <a:ext cx="7574841" cy="567688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EA0CA-05A8-D40B-46FA-FC081DE8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10</a:t>
            </a:fld>
            <a:endParaRPr 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47C2EDB-F869-C5A0-36E8-6A6C3BF9A8A7}"/>
              </a:ext>
            </a:extLst>
          </p:cNvPr>
          <p:cNvSpPr/>
          <p:nvPr/>
        </p:nvSpPr>
        <p:spPr>
          <a:xfrm>
            <a:off x="371789" y="2411605"/>
            <a:ext cx="4418872" cy="24116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DIAGRAMME DE CAS D’UTILISATION</a:t>
            </a:r>
          </a:p>
        </p:txBody>
      </p:sp>
    </p:spTree>
    <p:extLst>
      <p:ext uri="{BB962C8B-B14F-4D97-AF65-F5344CB8AC3E}">
        <p14:creationId xmlns:p14="http://schemas.microsoft.com/office/powerpoint/2010/main" val="514801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16BB42B-BBA4-EC9A-6DD7-72B837D81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633" y="640080"/>
            <a:ext cx="6600994" cy="557784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6949F-4765-7601-98DD-EB10DE343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4" y="6470704"/>
            <a:ext cx="973666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1F70879-994A-9E8A-0146-DDB72738CF9C}"/>
              </a:ext>
            </a:extLst>
          </p:cNvPr>
          <p:cNvSpPr/>
          <p:nvPr/>
        </p:nvSpPr>
        <p:spPr>
          <a:xfrm>
            <a:off x="411982" y="2693504"/>
            <a:ext cx="4289227" cy="24211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err="1"/>
              <a:t>Diagramme</a:t>
            </a:r>
            <a:r>
              <a:rPr lang="en-GB" sz="2800" b="1" dirty="0"/>
              <a:t> de Classe</a:t>
            </a:r>
          </a:p>
        </p:txBody>
      </p:sp>
    </p:spTree>
    <p:extLst>
      <p:ext uri="{BB962C8B-B14F-4D97-AF65-F5344CB8AC3E}">
        <p14:creationId xmlns:p14="http://schemas.microsoft.com/office/powerpoint/2010/main" val="3277230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5DA9D-07B5-E00C-67F3-6ECCD309D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57C2C43-2C4B-E8F4-401F-55FF56C60CC0}"/>
              </a:ext>
            </a:extLst>
          </p:cNvPr>
          <p:cNvSpPr/>
          <p:nvPr/>
        </p:nvSpPr>
        <p:spPr>
          <a:xfrm>
            <a:off x="650520" y="2136914"/>
            <a:ext cx="4627157" cy="24225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err="1"/>
              <a:t>Diagramme</a:t>
            </a:r>
            <a:r>
              <a:rPr lang="en-GB" sz="2800" b="1" dirty="0"/>
              <a:t> de sequence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6211275-436A-E21A-084B-9AEEFA7C92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8334" y="222986"/>
            <a:ext cx="5922665" cy="624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649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65114-0355-4D19-9113-93130B3EC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6852" y="2544417"/>
            <a:ext cx="6818244" cy="2916355"/>
          </a:xfrm>
        </p:spPr>
        <p:txBody>
          <a:bodyPr>
            <a:noAutofit/>
          </a:bodyPr>
          <a:lstStyle/>
          <a:p>
            <a:r>
              <a:rPr lang="fr-FR" sz="2000" b="1" dirty="0"/>
              <a:t>Lors de la démonstration, nous allons présenter les principales fonctionnalités de la plateforme de gestion de voyages : la création d’un compte utilisateur, la connexion à la plateforme, la consultation des voyages disponibles, la création d’une réservation, le paiement en ligne, la génération des factures PDF ainsi que la gestion des réservations et des utilisateurs depuis l’interface d’administration Django.</a:t>
            </a:r>
            <a:br>
              <a:rPr lang="fr-FR" sz="2000" b="1" dirty="0"/>
            </a:br>
            <a:endParaRPr lang="en-US" sz="20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4A52A-BBC9-424C-B7FC-90581F09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AC58D546-7BFC-86E3-C1EA-304736E880BD}"/>
              </a:ext>
            </a:extLst>
          </p:cNvPr>
          <p:cNvSpPr/>
          <p:nvPr/>
        </p:nvSpPr>
        <p:spPr>
          <a:xfrm>
            <a:off x="2852530" y="1182756"/>
            <a:ext cx="5039140" cy="1113183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Fonctionnalites</a:t>
            </a:r>
            <a:r>
              <a:rPr lang="en-GB" sz="2400" b="1" dirty="0"/>
              <a:t> </a:t>
            </a:r>
            <a:r>
              <a:rPr lang="en-GB" sz="2400" b="1" dirty="0" err="1"/>
              <a:t>principales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2066763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1E7C082-5B81-400A-A1DE-7CA9F26ED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D54232-CDE1-4B53-B430-AB82206F6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BA0C938-1486-4635-9F6C-44D521FA6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2A7ABB-6A86-4A02-A072-FA82CDCE5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928" y="484632"/>
            <a:ext cx="11244036" cy="5880916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0ACF755B-2379-013A-F7F6-3F63279AA647}"/>
              </a:ext>
            </a:extLst>
          </p:cNvPr>
          <p:cNvSpPr/>
          <p:nvPr/>
        </p:nvSpPr>
        <p:spPr>
          <a:xfrm>
            <a:off x="4365356" y="806365"/>
            <a:ext cx="7020747" cy="5229630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cap="all" spc="20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Demonstration de </a:t>
            </a:r>
            <a:r>
              <a:rPr lang="en-US" sz="6600" b="1" cap="all" spc="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l’Application</a:t>
            </a:r>
            <a:endParaRPr lang="en-US" sz="6600" b="1" cap="all" spc="200" dirty="0">
              <a:solidFill>
                <a:schemeClr val="tx1">
                  <a:lumMod val="90000"/>
                  <a:lumOff val="10000"/>
                </a:schemeClr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916720-6D22-4D4B-BC19-23008C7DD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820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6CB0E29A-3ACB-D6EA-47C3-AA1A722878B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5506" r="25506"/>
          <a:stretch>
            <a:fillRect/>
          </a:stretch>
        </p:blipFill>
        <p:spPr>
          <a:prstGeom prst="rect">
            <a:avLst/>
          </a:prstGeom>
          <a:solidFill>
            <a:srgbClr val="B1A089"/>
          </a:solidFill>
        </p:spPr>
      </p:pic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791C868C-567F-918C-5AA6-9820C11209E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5670" r="25670"/>
          <a:stretch>
            <a:fillRect/>
          </a:stretch>
        </p:blipFill>
        <p:spPr>
          <a:xfrm>
            <a:off x="8969071" y="3529585"/>
            <a:ext cx="2932176" cy="2682139"/>
          </a:xfrm>
          <a:prstGeom prst="rect">
            <a:avLst/>
          </a:prstGeom>
          <a:solidFill>
            <a:srgbClr val="B1A089"/>
          </a:solidFill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C385EBF6-0C52-CB3B-40F8-02BE5F43C44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l="25684" r="25684"/>
          <a:stretch>
            <a:fillRect/>
          </a:stretch>
        </p:blipFill>
        <p:spPr>
          <a:xfrm>
            <a:off x="8869680" y="722376"/>
            <a:ext cx="2798762" cy="2606040"/>
          </a:xfrm>
          <a:prstGeom prst="rect">
            <a:avLst/>
          </a:prstGeom>
          <a:solidFill>
            <a:srgbClr val="B1A089"/>
          </a:solidFill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F4422DE-8A65-6810-0FC8-0DB065A1C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802CA34-32DF-E029-EE09-5F5D32536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15</a:t>
            </a:fld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1EF1F8F-91CD-A3BA-042F-282EE5B76EB9}"/>
              </a:ext>
            </a:extLst>
          </p:cNvPr>
          <p:cNvSpPr/>
          <p:nvPr/>
        </p:nvSpPr>
        <p:spPr>
          <a:xfrm>
            <a:off x="207927" y="1520687"/>
            <a:ext cx="5480339" cy="400547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Consultation des voyages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disponibles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Création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d’un compte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utilisateur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Connexion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à la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plateforme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Réservation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d’un voyage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Choix des dates et des options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supplémentaires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Gestion des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réservations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Paiement des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réservations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Consultation des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informations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du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profil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utilisateur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6FA809A-C938-FB9E-4831-8C54B4C36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3448722"/>
            <a:ext cx="2798762" cy="291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92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284CA7F-B696-4085-84C6-CD668817E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050278" cy="3400925"/>
          </a:xfrm>
          <a:custGeom>
            <a:avLst/>
            <a:gdLst>
              <a:gd name="connsiteX0" fmla="*/ 0 w 6050278"/>
              <a:gd name="connsiteY0" fmla="*/ 0 h 3400925"/>
              <a:gd name="connsiteX1" fmla="*/ 6050278 w 6050278"/>
              <a:gd name="connsiteY1" fmla="*/ 0 h 3400925"/>
              <a:gd name="connsiteX2" fmla="*/ 6050278 w 6050278"/>
              <a:gd name="connsiteY2" fmla="*/ 1827306 h 3400925"/>
              <a:gd name="connsiteX3" fmla="*/ 3892296 w 6050278"/>
              <a:gd name="connsiteY3" fmla="*/ 1827306 h 3400925"/>
              <a:gd name="connsiteX4" fmla="*/ 3892296 w 6050278"/>
              <a:gd name="connsiteY4" fmla="*/ 3400925 h 3400925"/>
              <a:gd name="connsiteX5" fmla="*/ 0 w 6050278"/>
              <a:gd name="connsiteY5" fmla="*/ 3400925 h 3400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0278" h="3400925">
                <a:moveTo>
                  <a:pt x="0" y="0"/>
                </a:moveTo>
                <a:lnTo>
                  <a:pt x="6050278" y="0"/>
                </a:lnTo>
                <a:lnTo>
                  <a:pt x="6050278" y="1827306"/>
                </a:lnTo>
                <a:lnTo>
                  <a:pt x="3892296" y="1827306"/>
                </a:lnTo>
                <a:lnTo>
                  <a:pt x="3892296" y="3400925"/>
                </a:lnTo>
                <a:lnTo>
                  <a:pt x="0" y="340092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58A10F4-B847-4777-BC82-782F6FB36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1722" y="1"/>
            <a:ext cx="6050278" cy="3400925"/>
          </a:xfrm>
          <a:custGeom>
            <a:avLst/>
            <a:gdLst>
              <a:gd name="connsiteX0" fmla="*/ 0 w 6050278"/>
              <a:gd name="connsiteY0" fmla="*/ 0 h 3400925"/>
              <a:gd name="connsiteX1" fmla="*/ 6050278 w 6050278"/>
              <a:gd name="connsiteY1" fmla="*/ 0 h 3400925"/>
              <a:gd name="connsiteX2" fmla="*/ 6050278 w 6050278"/>
              <a:gd name="connsiteY2" fmla="*/ 3400925 h 3400925"/>
              <a:gd name="connsiteX3" fmla="*/ 2157982 w 6050278"/>
              <a:gd name="connsiteY3" fmla="*/ 3400925 h 3400925"/>
              <a:gd name="connsiteX4" fmla="*/ 2157982 w 6050278"/>
              <a:gd name="connsiteY4" fmla="*/ 1827306 h 3400925"/>
              <a:gd name="connsiteX5" fmla="*/ 0 w 6050278"/>
              <a:gd name="connsiteY5" fmla="*/ 1827306 h 3400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0278" h="3400925">
                <a:moveTo>
                  <a:pt x="0" y="0"/>
                </a:moveTo>
                <a:lnTo>
                  <a:pt x="6050278" y="0"/>
                </a:lnTo>
                <a:lnTo>
                  <a:pt x="6050278" y="3400925"/>
                </a:lnTo>
                <a:lnTo>
                  <a:pt x="2157982" y="3400925"/>
                </a:lnTo>
                <a:lnTo>
                  <a:pt x="2157982" y="1827306"/>
                </a:lnTo>
                <a:lnTo>
                  <a:pt x="0" y="18273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883B597-C9A1-46EF-AB6B-71DF0B1ED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89159"/>
            <a:ext cx="6050278" cy="3368841"/>
          </a:xfrm>
          <a:custGeom>
            <a:avLst/>
            <a:gdLst>
              <a:gd name="connsiteX0" fmla="*/ 0 w 6050278"/>
              <a:gd name="connsiteY0" fmla="*/ 0 h 3368841"/>
              <a:gd name="connsiteX1" fmla="*/ 3892296 w 6050278"/>
              <a:gd name="connsiteY1" fmla="*/ 0 h 3368841"/>
              <a:gd name="connsiteX2" fmla="*/ 3892296 w 6050278"/>
              <a:gd name="connsiteY2" fmla="*/ 1541535 h 3368841"/>
              <a:gd name="connsiteX3" fmla="*/ 6050278 w 6050278"/>
              <a:gd name="connsiteY3" fmla="*/ 1541535 h 3368841"/>
              <a:gd name="connsiteX4" fmla="*/ 6050278 w 6050278"/>
              <a:gd name="connsiteY4" fmla="*/ 3368841 h 3368841"/>
              <a:gd name="connsiteX5" fmla="*/ 0 w 6050278"/>
              <a:gd name="connsiteY5" fmla="*/ 3368841 h 336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0278" h="3368841">
                <a:moveTo>
                  <a:pt x="0" y="0"/>
                </a:moveTo>
                <a:lnTo>
                  <a:pt x="3892296" y="0"/>
                </a:lnTo>
                <a:lnTo>
                  <a:pt x="3892296" y="1541535"/>
                </a:lnTo>
                <a:lnTo>
                  <a:pt x="6050278" y="1541535"/>
                </a:lnTo>
                <a:lnTo>
                  <a:pt x="6050278" y="3368841"/>
                </a:lnTo>
                <a:lnTo>
                  <a:pt x="0" y="336884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0B38421-369F-445C-9543-5BC17BC09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1722" y="3489159"/>
            <a:ext cx="6050278" cy="3368841"/>
          </a:xfrm>
          <a:custGeom>
            <a:avLst/>
            <a:gdLst>
              <a:gd name="connsiteX0" fmla="*/ 2157982 w 6050278"/>
              <a:gd name="connsiteY0" fmla="*/ 0 h 3368841"/>
              <a:gd name="connsiteX1" fmla="*/ 6050278 w 6050278"/>
              <a:gd name="connsiteY1" fmla="*/ 0 h 3368841"/>
              <a:gd name="connsiteX2" fmla="*/ 6050278 w 6050278"/>
              <a:gd name="connsiteY2" fmla="*/ 3368841 h 3368841"/>
              <a:gd name="connsiteX3" fmla="*/ 0 w 6050278"/>
              <a:gd name="connsiteY3" fmla="*/ 3368841 h 3368841"/>
              <a:gd name="connsiteX4" fmla="*/ 0 w 6050278"/>
              <a:gd name="connsiteY4" fmla="*/ 1541535 h 3368841"/>
              <a:gd name="connsiteX5" fmla="*/ 2157982 w 6050278"/>
              <a:gd name="connsiteY5" fmla="*/ 1541535 h 336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0278" h="3368841">
                <a:moveTo>
                  <a:pt x="2157982" y="0"/>
                </a:moveTo>
                <a:lnTo>
                  <a:pt x="6050278" y="0"/>
                </a:lnTo>
                <a:lnTo>
                  <a:pt x="6050278" y="3368841"/>
                </a:lnTo>
                <a:lnTo>
                  <a:pt x="0" y="3368841"/>
                </a:lnTo>
                <a:lnTo>
                  <a:pt x="0" y="1541535"/>
                </a:lnTo>
                <a:lnTo>
                  <a:pt x="2157982" y="154153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AA9CE81-CAF0-41E3-8E73-CAFA13A0B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3736" y="1918638"/>
            <a:ext cx="4224528" cy="3020725"/>
          </a:xfrm>
          <a:custGeom>
            <a:avLst/>
            <a:gdLst>
              <a:gd name="connsiteX0" fmla="*/ 0 w 4224528"/>
              <a:gd name="connsiteY0" fmla="*/ 0 h 3020725"/>
              <a:gd name="connsiteX1" fmla="*/ 4224528 w 4224528"/>
              <a:gd name="connsiteY1" fmla="*/ 0 h 3020725"/>
              <a:gd name="connsiteX2" fmla="*/ 4224528 w 4224528"/>
              <a:gd name="connsiteY2" fmla="*/ 3020725 h 3020725"/>
              <a:gd name="connsiteX3" fmla="*/ 0 w 4224528"/>
              <a:gd name="connsiteY3" fmla="*/ 3020725 h 302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4528" h="3020725">
                <a:moveTo>
                  <a:pt x="0" y="0"/>
                </a:moveTo>
                <a:lnTo>
                  <a:pt x="4224528" y="0"/>
                </a:lnTo>
                <a:lnTo>
                  <a:pt x="4224528" y="3020725"/>
                </a:lnTo>
                <a:lnTo>
                  <a:pt x="0" y="302072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B7840FA-C9FE-790D-CEBF-3B5C16908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735" y="1886554"/>
            <a:ext cx="4224529" cy="30528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685A8B-254C-6DC3-691C-2454DB50B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312" y="26638"/>
            <a:ext cx="3392558" cy="32234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716891-C275-3C77-9CD4-730846AAE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148" y="3886201"/>
            <a:ext cx="3421722" cy="267084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EBBC0-4A31-B375-2CE0-700EE99FC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7767" y="6557043"/>
            <a:ext cx="952499" cy="274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73B850FF-6169-4056-8077-06FFA93A5366}" type="slidenum">
              <a:rPr lang="en-US" sz="1200">
                <a:solidFill>
                  <a:schemeClr val="bg1"/>
                </a:solidFill>
                <a:latin typeface="+mn-lt"/>
              </a:rPr>
              <a:pPr algn="r" defTabSz="914400">
                <a:spcAft>
                  <a:spcPts val="600"/>
                </a:spcAft>
              </a:pPr>
              <a:t>16</a:t>
            </a:fld>
            <a:endParaRPr lang="en-US" sz="120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9" name="Picture Placeholder 17">
            <a:extLst>
              <a:ext uri="{FF2B5EF4-FFF2-40B4-BE49-F238E27FC236}">
                <a16:creationId xmlns:a16="http://schemas.microsoft.com/office/drawing/2014/main" id="{32762723-35D3-4608-7BCD-D21390CF55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450" r="25450"/>
          <a:stretch>
            <a:fillRect/>
          </a:stretch>
        </p:blipFill>
        <p:spPr>
          <a:xfrm>
            <a:off x="251209" y="267646"/>
            <a:ext cx="3555478" cy="2882745"/>
          </a:xfrm>
          <a:prstGeom prst="rect">
            <a:avLst/>
          </a:prstGeom>
          <a:solidFill>
            <a:srgbClr val="B1A089"/>
          </a:solidFill>
        </p:spPr>
      </p:pic>
    </p:spTree>
    <p:extLst>
      <p:ext uri="{BB962C8B-B14F-4D97-AF65-F5344CB8AC3E}">
        <p14:creationId xmlns:p14="http://schemas.microsoft.com/office/powerpoint/2010/main" val="3190211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CEE32C-9603-D6C2-0582-090A3F2717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69" r="11574" b="2"/>
          <a:stretch>
            <a:fillRect/>
          </a:stretch>
        </p:blipFill>
        <p:spPr>
          <a:xfrm>
            <a:off x="191086" y="171715"/>
            <a:ext cx="5813197" cy="61290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454A27-F33C-6BEC-9978-46D809870C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35"/>
          <a:stretch>
            <a:fillRect/>
          </a:stretch>
        </p:blipFill>
        <p:spPr>
          <a:xfrm>
            <a:off x="6196929" y="171716"/>
            <a:ext cx="5803986" cy="31714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6D7081-FAC2-8B3B-B752-8E21216A5D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01" r="-1" b="-1"/>
          <a:stretch>
            <a:fillRect/>
          </a:stretch>
        </p:blipFill>
        <p:spPr>
          <a:xfrm>
            <a:off x="6196929" y="3514856"/>
            <a:ext cx="5786386" cy="27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35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7888BB-AA75-120C-1D20-5D85B7398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3" y="1021291"/>
            <a:ext cx="10583331" cy="481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53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4960AC-1CD6-452A-B5F4-2186E3FD7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3">
            <a:extLst>
              <a:ext uri="{FF2B5EF4-FFF2-40B4-BE49-F238E27FC236}">
                <a16:creationId xmlns:a16="http://schemas.microsoft.com/office/drawing/2014/main" id="{A4A88DBD-BF9B-4683-D3FA-F2EC15B5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Difficultes</a:t>
            </a:r>
            <a:r>
              <a:rPr lang="en-US" dirty="0"/>
              <a:t> rencontres</a:t>
            </a: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A172D205-E1DE-1EC0-2F13-B1F57295D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128" y="2286000"/>
            <a:ext cx="8018271" cy="40233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45720" tIns="45720" rIns="4572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2"/>
              </a:buClr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2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Configuration de MySQL avec Django. </a:t>
            </a:r>
          </a:p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2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Gestion des relations entre les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modèles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. </a:t>
            </a:r>
          </a:p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2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Mise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place du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système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d’authentification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. </a:t>
            </a:r>
          </a:p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2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Développement du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système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réservation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et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paiement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. </a:t>
            </a:r>
          </a:p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2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Gestion des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erreurs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de templates et des routes Django. </a:t>
            </a:r>
          </a:p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2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Implémentation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de la politique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d’annulation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. </a:t>
            </a:r>
          </a:p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2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Synchronisation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des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disponibilités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des voyages.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E86CC9B-7D25-4B39-8677-4C84DD12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4" y="6470704"/>
            <a:ext cx="973666" cy="274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2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B9F9-92A6-4BE5-C996-56E0C611A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GB" dirty="0"/>
              <a:t>Perspectives </a:t>
            </a:r>
            <a:r>
              <a:rPr lang="en-GB" dirty="0" err="1"/>
              <a:t>d’amélioration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EEBE2-41A0-146C-FA43-C1748863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4" y="6470704"/>
            <a:ext cx="973666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9569FE06-94E3-6B27-1548-C2B98C42B0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3636160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542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AF19-BDC3-5131-F97B-326E12AC3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GB" dirty="0"/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78A6A-CFDE-769E-00D9-0724C4A6E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4" y="6470704"/>
            <a:ext cx="973666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F89B753A-0431-4DC1-F95F-4511FE2A19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6347419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9370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E94B4CBC-5035-403A-8BBC-F3E44478A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4BDC2E6-C7EE-401C-AA1A-C6A31F782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15381D8-DFFF-4518-A87C-2FF7F02CC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pc="200"/>
              <a:t>Thank you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C7ED612-44A0-405A-BCC0-02F4CF794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A565A12-3192-8C85-1091-AB05B1545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3650" r="16164" b="-2"/>
          <a:stretch>
            <a:fillRect/>
          </a:stretch>
        </p:blipFill>
        <p:spPr>
          <a:xfrm>
            <a:off x="634275" y="640080"/>
            <a:ext cx="3545243" cy="3931920"/>
          </a:xfrm>
          <a:prstGeom prst="rect">
            <a:avLst/>
          </a:prstGeom>
        </p:spPr>
      </p:pic>
      <p:pic>
        <p:nvPicPr>
          <p:cNvPr id="39" name="Picture Placeholder 38">
            <a:extLst>
              <a:ext uri="{FF2B5EF4-FFF2-40B4-BE49-F238E27FC236}">
                <a16:creationId xmlns:a16="http://schemas.microsoft.com/office/drawing/2014/main" id="{5BD3C326-60A7-A60B-775C-D45DCE05F8E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7793" r="18323" b="-2"/>
          <a:stretch>
            <a:fillRect/>
          </a:stretch>
        </p:blipFill>
        <p:spPr>
          <a:xfrm>
            <a:off x="4340386" y="640080"/>
            <a:ext cx="3525332" cy="3931920"/>
          </a:xfrm>
          <a:prstGeom prst="rect">
            <a:avLst/>
          </a:prstGeom>
        </p:spPr>
      </p:pic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114EB9C9-8A03-7B77-0D6A-90E83568B84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22812" r="26754" b="-1"/>
          <a:stretch>
            <a:fillRect/>
          </a:stretch>
        </p:blipFill>
        <p:spPr>
          <a:xfrm>
            <a:off x="8026588" y="640081"/>
            <a:ext cx="3525332" cy="393192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F0E49-62B5-488C-B988-BDE7F7F3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4" y="6470704"/>
            <a:ext cx="973666" cy="274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536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26C013F-9A6D-4CA8-A2FC-226379180F74}">
  <we:reference id="wa200007130" version="1.0.0.1" store="en-GB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1377AF-B80E-4F93-8088-50DE225F34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8EF3A0-5A01-4576-8764-452FD3A2CB7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841D0F8-A96E-436B-B6A7-2AFF6F30F9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861</TotalTime>
  <Words>682</Words>
  <Application>Microsoft Office PowerPoint</Application>
  <PresentationFormat>Widescreen</PresentationFormat>
  <Paragraphs>91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AvenirNext LT Pro Medium</vt:lpstr>
      <vt:lpstr>Calibri</vt:lpstr>
      <vt:lpstr>Posterama</vt:lpstr>
      <vt:lpstr>Segoe UI Semilight</vt:lpstr>
      <vt:lpstr>Tw Cen MT</vt:lpstr>
      <vt:lpstr>Tw Cen MT Condensed</vt:lpstr>
      <vt:lpstr>Wingdings 3</vt:lpstr>
      <vt:lpstr>Integral</vt:lpstr>
      <vt:lpstr>Réservation et gestion de voyages</vt:lpstr>
      <vt:lpstr>Agenda</vt:lpstr>
      <vt:lpstr>Introduction</vt:lpstr>
      <vt:lpstr>Problématique</vt:lpstr>
      <vt:lpstr>Objectifs du projet</vt:lpstr>
      <vt:lpstr>PowerPoint Presentation</vt:lpstr>
      <vt:lpstr>Architecture de l’application</vt:lpstr>
      <vt:lpstr>Base de données</vt:lpstr>
      <vt:lpstr>Conception uml</vt:lpstr>
      <vt:lpstr>PowerPoint Presentation</vt:lpstr>
      <vt:lpstr>PowerPoint Presentation</vt:lpstr>
      <vt:lpstr>PowerPoint Presentation</vt:lpstr>
      <vt:lpstr>Lors de la démonstration, nous allons présenter les principales fonctionnalités de la plateforme de gestion de voyages : la création d’un compte utilisateur, la connexion à la plateforme, la consultation des voyages disponibles, la création d’une réservation, le paiement en ligne, la génération des factures PDF ainsi que la gestion des réservations et des utilisateurs depuis l’interface d’administration Django.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Difficultes rencontres</vt:lpstr>
      <vt:lpstr>Perspectives d’amélioration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Douaa Moussaid</dc:creator>
  <cp:lastModifiedBy>Douaa Moussaid</cp:lastModifiedBy>
  <cp:revision>6</cp:revision>
  <dcterms:created xsi:type="dcterms:W3CDTF">2026-05-13T20:50:53Z</dcterms:created>
  <dcterms:modified xsi:type="dcterms:W3CDTF">2026-05-15T19:32:50Z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